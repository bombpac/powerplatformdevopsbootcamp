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1496" r:id="rId2"/>
    <p:sldId id="1506" r:id="rId3"/>
    <p:sldId id="1508" r:id="rId4"/>
    <p:sldId id="1507" r:id="rId5"/>
    <p:sldId id="1447" r:id="rId6"/>
    <p:sldId id="1472" r:id="rId7"/>
    <p:sldId id="1493" r:id="rId8"/>
    <p:sldId id="1494" r:id="rId9"/>
    <p:sldId id="346" r:id="rId10"/>
    <p:sldId id="1500" r:id="rId11"/>
    <p:sldId id="1498" r:id="rId12"/>
    <p:sldId id="1499" r:id="rId13"/>
    <p:sldId id="1501" r:id="rId14"/>
    <p:sldId id="1502" r:id="rId15"/>
    <p:sldId id="1503" r:id="rId16"/>
    <p:sldId id="1504" r:id="rId17"/>
    <p:sldId id="258" r:id="rId18"/>
    <p:sldId id="267" r:id="rId19"/>
    <p:sldId id="326" r:id="rId20"/>
    <p:sldId id="1445" r:id="rId21"/>
    <p:sldId id="1505" r:id="rId22"/>
    <p:sldId id="149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el" initials="W" lastIdx="1" clrIdx="0">
    <p:extLst>
      <p:ext uri="{19B8F6BF-5375-455C-9EA6-DF929625EA0E}">
        <p15:presenceInfo xmlns:p15="http://schemas.microsoft.com/office/powerpoint/2012/main" userId="Wae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BDBDB"/>
    <a:srgbClr val="F2F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4" autoAdjust="0"/>
    <p:restoredTop sz="74110" autoAdjust="0"/>
  </p:normalViewPr>
  <p:slideViewPr>
    <p:cSldViewPr snapToGrid="0">
      <p:cViewPr varScale="1">
        <p:scale>
          <a:sx n="92" d="100"/>
          <a:sy n="92" d="100"/>
        </p:scale>
        <p:origin x="171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EAF7CA-B48A-4F80-9D11-2251F60B7E01}"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n-GB"/>
        </a:p>
      </dgm:t>
    </dgm:pt>
    <dgm:pt modelId="{79C75475-BBA3-4B3E-858E-F3B3DF0B0782}">
      <dgm:prSet phldrT="[Text]"/>
      <dgm:spPr>
        <a:solidFill>
          <a:schemeClr val="accent3"/>
        </a:solidFill>
      </dgm:spPr>
      <dgm:t>
        <a:bodyPr/>
        <a:lstStyle/>
        <a:p>
          <a:r>
            <a:rPr lang="en-GB" dirty="0">
              <a:solidFill>
                <a:schemeClr val="tx1"/>
              </a:solidFill>
              <a:latin typeface="+mj-lt"/>
            </a:rPr>
            <a:t>DevOps</a:t>
          </a:r>
        </a:p>
      </dgm:t>
    </dgm:pt>
    <dgm:pt modelId="{E6C3DE64-CE40-4E51-8D59-76E65EA57111}" type="parTrans" cxnId="{45FC2A63-DF57-43E0-AD0E-32CA0BB60B27}">
      <dgm:prSet/>
      <dgm:spPr/>
      <dgm:t>
        <a:bodyPr/>
        <a:lstStyle/>
        <a:p>
          <a:endParaRPr lang="en-GB">
            <a:latin typeface="+mj-lt"/>
          </a:endParaRPr>
        </a:p>
      </dgm:t>
    </dgm:pt>
    <dgm:pt modelId="{96DF48F8-C9B1-4DEB-AD16-EB6E44286351}" type="sibTrans" cxnId="{45FC2A63-DF57-43E0-AD0E-32CA0BB60B27}">
      <dgm:prSet/>
      <dgm:spPr/>
      <dgm:t>
        <a:bodyPr/>
        <a:lstStyle/>
        <a:p>
          <a:endParaRPr lang="en-GB">
            <a:latin typeface="+mj-lt"/>
          </a:endParaRPr>
        </a:p>
      </dgm:t>
    </dgm:pt>
    <dgm:pt modelId="{8C4003AF-5C9B-4554-ACD9-3128544158F2}">
      <dgm:prSet phldrT="[Text]"/>
      <dgm:spPr>
        <a:solidFill>
          <a:schemeClr val="accent1"/>
        </a:solidFill>
      </dgm:spPr>
      <dgm:t>
        <a:bodyPr/>
        <a:lstStyle/>
        <a:p>
          <a:r>
            <a:rPr lang="en-GB" dirty="0">
              <a:latin typeface="+mj-lt"/>
            </a:rPr>
            <a:t>Plan</a:t>
          </a:r>
        </a:p>
      </dgm:t>
    </dgm:pt>
    <dgm:pt modelId="{9DB46BC6-D9CF-4337-A7BB-271BCD281B0D}" type="parTrans" cxnId="{EA7D7B9F-357C-4624-9175-75C1C854FA4A}">
      <dgm:prSet/>
      <dgm:spPr/>
      <dgm:t>
        <a:bodyPr/>
        <a:lstStyle/>
        <a:p>
          <a:endParaRPr lang="en-GB">
            <a:latin typeface="+mj-lt"/>
          </a:endParaRPr>
        </a:p>
      </dgm:t>
    </dgm:pt>
    <dgm:pt modelId="{A5AC5485-017A-4789-8D29-FA37D0F82A4C}" type="sibTrans" cxnId="{EA7D7B9F-357C-4624-9175-75C1C854FA4A}">
      <dgm:prSet/>
      <dgm:spPr>
        <a:solidFill>
          <a:schemeClr val="bg2"/>
        </a:solidFill>
      </dgm:spPr>
      <dgm:t>
        <a:bodyPr/>
        <a:lstStyle/>
        <a:p>
          <a:endParaRPr lang="en-GB">
            <a:latin typeface="+mj-lt"/>
          </a:endParaRPr>
        </a:p>
      </dgm:t>
    </dgm:pt>
    <dgm:pt modelId="{7775B258-0A35-4376-8668-4882FF874F71}">
      <dgm:prSet phldrT="[Text]"/>
      <dgm:spPr/>
      <dgm:t>
        <a:bodyPr/>
        <a:lstStyle/>
        <a:p>
          <a:r>
            <a:rPr lang="en-GB" dirty="0">
              <a:latin typeface="+mj-lt"/>
            </a:rPr>
            <a:t>Develop</a:t>
          </a:r>
        </a:p>
      </dgm:t>
    </dgm:pt>
    <dgm:pt modelId="{77EDFF10-AC2A-468A-8644-458EACA35A92}" type="parTrans" cxnId="{27D8653A-ED07-4302-9531-B6145DB2854E}">
      <dgm:prSet/>
      <dgm:spPr/>
      <dgm:t>
        <a:bodyPr/>
        <a:lstStyle/>
        <a:p>
          <a:endParaRPr lang="en-GB">
            <a:latin typeface="+mj-lt"/>
          </a:endParaRPr>
        </a:p>
      </dgm:t>
    </dgm:pt>
    <dgm:pt modelId="{54FEC3B6-D05D-438F-89C7-214CCA5F3F17}" type="sibTrans" cxnId="{27D8653A-ED07-4302-9531-B6145DB2854E}">
      <dgm:prSet/>
      <dgm:spPr>
        <a:solidFill>
          <a:schemeClr val="bg2"/>
        </a:solidFill>
      </dgm:spPr>
      <dgm:t>
        <a:bodyPr/>
        <a:lstStyle/>
        <a:p>
          <a:endParaRPr lang="en-GB">
            <a:latin typeface="+mj-lt"/>
          </a:endParaRPr>
        </a:p>
      </dgm:t>
    </dgm:pt>
    <dgm:pt modelId="{8BD5FE9F-09F9-4BBE-A1DE-016C02F77D7D}">
      <dgm:prSet phldrT="[Text]"/>
      <dgm:spPr/>
      <dgm:t>
        <a:bodyPr/>
        <a:lstStyle/>
        <a:p>
          <a:r>
            <a:rPr lang="en-GB" dirty="0">
              <a:latin typeface="+mj-lt"/>
            </a:rPr>
            <a:t>Build</a:t>
          </a:r>
        </a:p>
      </dgm:t>
    </dgm:pt>
    <dgm:pt modelId="{963B926B-B98B-42A9-A540-480294C3A842}" type="parTrans" cxnId="{E0A8D81A-ACE2-4DC8-8261-A9213800695D}">
      <dgm:prSet/>
      <dgm:spPr/>
      <dgm:t>
        <a:bodyPr/>
        <a:lstStyle/>
        <a:p>
          <a:endParaRPr lang="en-GB">
            <a:latin typeface="+mj-lt"/>
          </a:endParaRPr>
        </a:p>
      </dgm:t>
    </dgm:pt>
    <dgm:pt modelId="{DDAB7B73-3F08-44EC-9988-ADB0A3F24829}" type="sibTrans" cxnId="{E0A8D81A-ACE2-4DC8-8261-A9213800695D}">
      <dgm:prSet/>
      <dgm:spPr>
        <a:solidFill>
          <a:schemeClr val="bg2"/>
        </a:solidFill>
      </dgm:spPr>
      <dgm:t>
        <a:bodyPr/>
        <a:lstStyle/>
        <a:p>
          <a:endParaRPr lang="en-GB">
            <a:latin typeface="+mj-lt"/>
          </a:endParaRPr>
        </a:p>
      </dgm:t>
    </dgm:pt>
    <dgm:pt modelId="{7AD82C14-3657-49D2-AD24-352AAA16150C}">
      <dgm:prSet phldrT="[Text]"/>
      <dgm:spPr/>
      <dgm:t>
        <a:bodyPr/>
        <a:lstStyle/>
        <a:p>
          <a:r>
            <a:rPr lang="en-GB" dirty="0">
              <a:latin typeface="+mj-lt"/>
            </a:rPr>
            <a:t>Test</a:t>
          </a:r>
        </a:p>
      </dgm:t>
    </dgm:pt>
    <dgm:pt modelId="{97B8C765-4F55-4225-A37F-101EEAE2A60D}" type="parTrans" cxnId="{FFE8E194-4974-48B5-BFBA-61AF46CB6C4C}">
      <dgm:prSet/>
      <dgm:spPr/>
      <dgm:t>
        <a:bodyPr/>
        <a:lstStyle/>
        <a:p>
          <a:endParaRPr lang="en-GB">
            <a:latin typeface="+mj-lt"/>
          </a:endParaRPr>
        </a:p>
      </dgm:t>
    </dgm:pt>
    <dgm:pt modelId="{EE43CCF2-D9D7-465A-B64B-E2C62A7FABFC}" type="sibTrans" cxnId="{FFE8E194-4974-48B5-BFBA-61AF46CB6C4C}">
      <dgm:prSet/>
      <dgm:spPr>
        <a:solidFill>
          <a:schemeClr val="bg2"/>
        </a:solidFill>
      </dgm:spPr>
      <dgm:t>
        <a:bodyPr/>
        <a:lstStyle/>
        <a:p>
          <a:endParaRPr lang="en-GB">
            <a:latin typeface="+mj-lt"/>
          </a:endParaRPr>
        </a:p>
      </dgm:t>
    </dgm:pt>
    <dgm:pt modelId="{28BEBCF2-B6EA-472D-8F8A-D7F67617A194}">
      <dgm:prSet phldrT="[Text]"/>
      <dgm:spPr/>
      <dgm:t>
        <a:bodyPr/>
        <a:lstStyle/>
        <a:p>
          <a:r>
            <a:rPr lang="en-GB" dirty="0">
              <a:latin typeface="+mj-lt"/>
            </a:rPr>
            <a:t>Release</a:t>
          </a:r>
        </a:p>
      </dgm:t>
    </dgm:pt>
    <dgm:pt modelId="{EE916AE4-CBDF-469E-8624-13910811697E}" type="parTrans" cxnId="{03C26739-55EE-4B19-91F3-E0635A75A47A}">
      <dgm:prSet/>
      <dgm:spPr/>
      <dgm:t>
        <a:bodyPr/>
        <a:lstStyle/>
        <a:p>
          <a:endParaRPr lang="en-GB">
            <a:latin typeface="+mj-lt"/>
          </a:endParaRPr>
        </a:p>
      </dgm:t>
    </dgm:pt>
    <dgm:pt modelId="{8CFAB8B9-B4F6-43C5-A8A5-9CD02C11E671}" type="sibTrans" cxnId="{03C26739-55EE-4B19-91F3-E0635A75A47A}">
      <dgm:prSet/>
      <dgm:spPr>
        <a:solidFill>
          <a:schemeClr val="bg2"/>
        </a:solidFill>
      </dgm:spPr>
      <dgm:t>
        <a:bodyPr/>
        <a:lstStyle/>
        <a:p>
          <a:endParaRPr lang="en-GB">
            <a:latin typeface="+mj-lt"/>
          </a:endParaRPr>
        </a:p>
      </dgm:t>
    </dgm:pt>
    <dgm:pt modelId="{C8D8B641-412C-4F99-8A09-A478AF893EE2}">
      <dgm:prSet phldrT="[Text]"/>
      <dgm:spPr/>
      <dgm:t>
        <a:bodyPr/>
        <a:lstStyle/>
        <a:p>
          <a:r>
            <a:rPr lang="en-GB" dirty="0">
              <a:latin typeface="+mj-lt"/>
            </a:rPr>
            <a:t>Operate</a:t>
          </a:r>
        </a:p>
      </dgm:t>
    </dgm:pt>
    <dgm:pt modelId="{883B81EA-A872-48A1-9D7B-561563BFE7D7}" type="parTrans" cxnId="{BAC153B4-29C6-4F12-98FC-BD9B10621710}">
      <dgm:prSet/>
      <dgm:spPr/>
      <dgm:t>
        <a:bodyPr/>
        <a:lstStyle/>
        <a:p>
          <a:endParaRPr lang="en-GB">
            <a:latin typeface="+mj-lt"/>
          </a:endParaRPr>
        </a:p>
      </dgm:t>
    </dgm:pt>
    <dgm:pt modelId="{B362BEBD-44C1-4F82-BC9A-A7830FBF7C43}" type="sibTrans" cxnId="{BAC153B4-29C6-4F12-98FC-BD9B10621710}">
      <dgm:prSet/>
      <dgm:spPr>
        <a:solidFill>
          <a:schemeClr val="bg2"/>
        </a:solidFill>
      </dgm:spPr>
      <dgm:t>
        <a:bodyPr/>
        <a:lstStyle/>
        <a:p>
          <a:endParaRPr lang="en-GB">
            <a:latin typeface="+mj-lt"/>
          </a:endParaRPr>
        </a:p>
      </dgm:t>
    </dgm:pt>
    <dgm:pt modelId="{808A1BCC-E7DC-4DD9-88CF-3AED7E697CD4}" type="pres">
      <dgm:prSet presAssocID="{2DEAF7CA-B48A-4F80-9D11-2251F60B7E01}" presName="Name0" presStyleCnt="0">
        <dgm:presLayoutVars>
          <dgm:chMax val="1"/>
          <dgm:dir/>
          <dgm:animLvl val="ctr"/>
          <dgm:resizeHandles val="exact"/>
        </dgm:presLayoutVars>
      </dgm:prSet>
      <dgm:spPr/>
    </dgm:pt>
    <dgm:pt modelId="{CD22125E-0639-43AE-AE83-4BF07C6407D7}" type="pres">
      <dgm:prSet presAssocID="{79C75475-BBA3-4B3E-858E-F3B3DF0B0782}" presName="centerShape" presStyleLbl="node0" presStyleIdx="0" presStyleCnt="1"/>
      <dgm:spPr/>
    </dgm:pt>
    <dgm:pt modelId="{A4A9EE44-E179-4D74-9A02-0BEAC8DFA923}" type="pres">
      <dgm:prSet presAssocID="{8C4003AF-5C9B-4554-ACD9-3128544158F2}" presName="node" presStyleLbl="node1" presStyleIdx="0" presStyleCnt="6">
        <dgm:presLayoutVars>
          <dgm:bulletEnabled val="1"/>
        </dgm:presLayoutVars>
      </dgm:prSet>
      <dgm:spPr/>
    </dgm:pt>
    <dgm:pt modelId="{2C1FA9E2-B5C9-4CE2-823D-4787393A1B71}" type="pres">
      <dgm:prSet presAssocID="{8C4003AF-5C9B-4554-ACD9-3128544158F2}" presName="dummy" presStyleCnt="0"/>
      <dgm:spPr/>
    </dgm:pt>
    <dgm:pt modelId="{B2BA910B-426B-48D9-AED4-6BA31D2B4B89}" type="pres">
      <dgm:prSet presAssocID="{A5AC5485-017A-4789-8D29-FA37D0F82A4C}" presName="sibTrans" presStyleLbl="sibTrans2D1" presStyleIdx="0" presStyleCnt="6"/>
      <dgm:spPr/>
    </dgm:pt>
    <dgm:pt modelId="{6CC46121-0603-4170-B107-3946D36A5269}" type="pres">
      <dgm:prSet presAssocID="{7775B258-0A35-4376-8668-4882FF874F71}" presName="node" presStyleLbl="node1" presStyleIdx="1" presStyleCnt="6">
        <dgm:presLayoutVars>
          <dgm:bulletEnabled val="1"/>
        </dgm:presLayoutVars>
      </dgm:prSet>
      <dgm:spPr/>
    </dgm:pt>
    <dgm:pt modelId="{CF186BAA-D952-4736-B42F-58E1892DA816}" type="pres">
      <dgm:prSet presAssocID="{7775B258-0A35-4376-8668-4882FF874F71}" presName="dummy" presStyleCnt="0"/>
      <dgm:spPr/>
    </dgm:pt>
    <dgm:pt modelId="{4AA6FB3D-2256-44F8-B869-65CE615091D3}" type="pres">
      <dgm:prSet presAssocID="{54FEC3B6-D05D-438F-89C7-214CCA5F3F17}" presName="sibTrans" presStyleLbl="sibTrans2D1" presStyleIdx="1" presStyleCnt="6"/>
      <dgm:spPr/>
    </dgm:pt>
    <dgm:pt modelId="{69954671-532D-4136-9AED-25CE59F43CC8}" type="pres">
      <dgm:prSet presAssocID="{8BD5FE9F-09F9-4BBE-A1DE-016C02F77D7D}" presName="node" presStyleLbl="node1" presStyleIdx="2" presStyleCnt="6">
        <dgm:presLayoutVars>
          <dgm:bulletEnabled val="1"/>
        </dgm:presLayoutVars>
      </dgm:prSet>
      <dgm:spPr/>
    </dgm:pt>
    <dgm:pt modelId="{B07E65F2-2C58-4CC8-8913-35AABDE05964}" type="pres">
      <dgm:prSet presAssocID="{8BD5FE9F-09F9-4BBE-A1DE-016C02F77D7D}" presName="dummy" presStyleCnt="0"/>
      <dgm:spPr/>
    </dgm:pt>
    <dgm:pt modelId="{F2BC8873-1345-47FC-B4CF-45DEAB4A51A8}" type="pres">
      <dgm:prSet presAssocID="{DDAB7B73-3F08-44EC-9988-ADB0A3F24829}" presName="sibTrans" presStyleLbl="sibTrans2D1" presStyleIdx="2" presStyleCnt="6"/>
      <dgm:spPr/>
    </dgm:pt>
    <dgm:pt modelId="{64480964-36FA-41E2-8A99-0D9E8D6F5774}" type="pres">
      <dgm:prSet presAssocID="{7AD82C14-3657-49D2-AD24-352AAA16150C}" presName="node" presStyleLbl="node1" presStyleIdx="3" presStyleCnt="6">
        <dgm:presLayoutVars>
          <dgm:bulletEnabled val="1"/>
        </dgm:presLayoutVars>
      </dgm:prSet>
      <dgm:spPr/>
    </dgm:pt>
    <dgm:pt modelId="{C2D70E3E-74F4-400C-95AC-1DA5FE1F3C64}" type="pres">
      <dgm:prSet presAssocID="{7AD82C14-3657-49D2-AD24-352AAA16150C}" presName="dummy" presStyleCnt="0"/>
      <dgm:spPr/>
    </dgm:pt>
    <dgm:pt modelId="{0BE64167-1A2E-4740-B6AB-87FC0C69BB57}" type="pres">
      <dgm:prSet presAssocID="{EE43CCF2-D9D7-465A-B64B-E2C62A7FABFC}" presName="sibTrans" presStyleLbl="sibTrans2D1" presStyleIdx="3" presStyleCnt="6"/>
      <dgm:spPr/>
    </dgm:pt>
    <dgm:pt modelId="{8806BA70-7A17-4D11-8198-7A0D83B5E12B}" type="pres">
      <dgm:prSet presAssocID="{28BEBCF2-B6EA-472D-8F8A-D7F67617A194}" presName="node" presStyleLbl="node1" presStyleIdx="4" presStyleCnt="6">
        <dgm:presLayoutVars>
          <dgm:bulletEnabled val="1"/>
        </dgm:presLayoutVars>
      </dgm:prSet>
      <dgm:spPr/>
    </dgm:pt>
    <dgm:pt modelId="{68482384-F39D-4E74-A9A4-8B4B00EE7EAC}" type="pres">
      <dgm:prSet presAssocID="{28BEBCF2-B6EA-472D-8F8A-D7F67617A194}" presName="dummy" presStyleCnt="0"/>
      <dgm:spPr/>
    </dgm:pt>
    <dgm:pt modelId="{99B2DAB1-3CBC-4F76-9F5C-C0092863B3A3}" type="pres">
      <dgm:prSet presAssocID="{8CFAB8B9-B4F6-43C5-A8A5-9CD02C11E671}" presName="sibTrans" presStyleLbl="sibTrans2D1" presStyleIdx="4" presStyleCnt="6"/>
      <dgm:spPr/>
    </dgm:pt>
    <dgm:pt modelId="{60DC5A0E-17DA-4B0B-BEC2-1E83D7101E81}" type="pres">
      <dgm:prSet presAssocID="{C8D8B641-412C-4F99-8A09-A478AF893EE2}" presName="node" presStyleLbl="node1" presStyleIdx="5" presStyleCnt="6">
        <dgm:presLayoutVars>
          <dgm:bulletEnabled val="1"/>
        </dgm:presLayoutVars>
      </dgm:prSet>
      <dgm:spPr/>
    </dgm:pt>
    <dgm:pt modelId="{6745F996-396F-4607-B074-A9131601F267}" type="pres">
      <dgm:prSet presAssocID="{C8D8B641-412C-4F99-8A09-A478AF893EE2}" presName="dummy" presStyleCnt="0"/>
      <dgm:spPr/>
    </dgm:pt>
    <dgm:pt modelId="{1D3D78F7-0E25-41A6-A3E9-840BA7AFE878}" type="pres">
      <dgm:prSet presAssocID="{B362BEBD-44C1-4F82-BC9A-A7830FBF7C43}" presName="sibTrans" presStyleLbl="sibTrans2D1" presStyleIdx="5" presStyleCnt="6"/>
      <dgm:spPr/>
    </dgm:pt>
  </dgm:ptLst>
  <dgm:cxnLst>
    <dgm:cxn modelId="{A15AC516-E6C2-46F6-BE0B-BC354DF075AC}" type="presOf" srcId="{A5AC5485-017A-4789-8D29-FA37D0F82A4C}" destId="{B2BA910B-426B-48D9-AED4-6BA31D2B4B89}" srcOrd="0" destOrd="0" presId="urn:microsoft.com/office/officeart/2005/8/layout/radial6"/>
    <dgm:cxn modelId="{E0A8D81A-ACE2-4DC8-8261-A9213800695D}" srcId="{79C75475-BBA3-4B3E-858E-F3B3DF0B0782}" destId="{8BD5FE9F-09F9-4BBE-A1DE-016C02F77D7D}" srcOrd="2" destOrd="0" parTransId="{963B926B-B98B-42A9-A540-480294C3A842}" sibTransId="{DDAB7B73-3F08-44EC-9988-ADB0A3F24829}"/>
    <dgm:cxn modelId="{CAD4D433-8280-45ED-AF69-7A9A784132D5}" type="presOf" srcId="{54FEC3B6-D05D-438F-89C7-214CCA5F3F17}" destId="{4AA6FB3D-2256-44F8-B869-65CE615091D3}" srcOrd="0" destOrd="0" presId="urn:microsoft.com/office/officeart/2005/8/layout/radial6"/>
    <dgm:cxn modelId="{D84FE234-45C3-4249-B17D-FEC6F9A69E3F}" type="presOf" srcId="{2DEAF7CA-B48A-4F80-9D11-2251F60B7E01}" destId="{808A1BCC-E7DC-4DD9-88CF-3AED7E697CD4}" srcOrd="0" destOrd="0" presId="urn:microsoft.com/office/officeart/2005/8/layout/radial6"/>
    <dgm:cxn modelId="{963EE136-C2E7-4F4E-9BCA-E5F6AA4631FC}" type="presOf" srcId="{8C4003AF-5C9B-4554-ACD9-3128544158F2}" destId="{A4A9EE44-E179-4D74-9A02-0BEAC8DFA923}" srcOrd="0" destOrd="0" presId="urn:microsoft.com/office/officeart/2005/8/layout/radial6"/>
    <dgm:cxn modelId="{1F4EDD37-5580-46A9-A3EC-1EF9771150AC}" type="presOf" srcId="{79C75475-BBA3-4B3E-858E-F3B3DF0B0782}" destId="{CD22125E-0639-43AE-AE83-4BF07C6407D7}" srcOrd="0" destOrd="0" presId="urn:microsoft.com/office/officeart/2005/8/layout/radial6"/>
    <dgm:cxn modelId="{03C26739-55EE-4B19-91F3-E0635A75A47A}" srcId="{79C75475-BBA3-4B3E-858E-F3B3DF0B0782}" destId="{28BEBCF2-B6EA-472D-8F8A-D7F67617A194}" srcOrd="4" destOrd="0" parTransId="{EE916AE4-CBDF-469E-8624-13910811697E}" sibTransId="{8CFAB8B9-B4F6-43C5-A8A5-9CD02C11E671}"/>
    <dgm:cxn modelId="{27D8653A-ED07-4302-9531-B6145DB2854E}" srcId="{79C75475-BBA3-4B3E-858E-F3B3DF0B0782}" destId="{7775B258-0A35-4376-8668-4882FF874F71}" srcOrd="1" destOrd="0" parTransId="{77EDFF10-AC2A-468A-8644-458EACA35A92}" sibTransId="{54FEC3B6-D05D-438F-89C7-214CCA5F3F17}"/>
    <dgm:cxn modelId="{003C3241-A077-45E6-9B4E-12DD473DF3EF}" type="presOf" srcId="{B362BEBD-44C1-4F82-BC9A-A7830FBF7C43}" destId="{1D3D78F7-0E25-41A6-A3E9-840BA7AFE878}" srcOrd="0" destOrd="0" presId="urn:microsoft.com/office/officeart/2005/8/layout/radial6"/>
    <dgm:cxn modelId="{81BC5D59-269B-4738-ABFE-0E1F639A7629}" type="presOf" srcId="{28BEBCF2-B6EA-472D-8F8A-D7F67617A194}" destId="{8806BA70-7A17-4D11-8198-7A0D83B5E12B}" srcOrd="0" destOrd="0" presId="urn:microsoft.com/office/officeart/2005/8/layout/radial6"/>
    <dgm:cxn modelId="{45FC2A63-DF57-43E0-AD0E-32CA0BB60B27}" srcId="{2DEAF7CA-B48A-4F80-9D11-2251F60B7E01}" destId="{79C75475-BBA3-4B3E-858E-F3B3DF0B0782}" srcOrd="0" destOrd="0" parTransId="{E6C3DE64-CE40-4E51-8D59-76E65EA57111}" sibTransId="{96DF48F8-C9B1-4DEB-AD16-EB6E44286351}"/>
    <dgm:cxn modelId="{6B692568-618D-4BB3-ABF4-DCD219C44F57}" type="presOf" srcId="{7775B258-0A35-4376-8668-4882FF874F71}" destId="{6CC46121-0603-4170-B107-3946D36A5269}" srcOrd="0" destOrd="0" presId="urn:microsoft.com/office/officeart/2005/8/layout/radial6"/>
    <dgm:cxn modelId="{F5FDFB6D-6533-433A-98B8-6E77C56893FD}" type="presOf" srcId="{7AD82C14-3657-49D2-AD24-352AAA16150C}" destId="{64480964-36FA-41E2-8A99-0D9E8D6F5774}" srcOrd="0" destOrd="0" presId="urn:microsoft.com/office/officeart/2005/8/layout/radial6"/>
    <dgm:cxn modelId="{FFE8E194-4974-48B5-BFBA-61AF46CB6C4C}" srcId="{79C75475-BBA3-4B3E-858E-F3B3DF0B0782}" destId="{7AD82C14-3657-49D2-AD24-352AAA16150C}" srcOrd="3" destOrd="0" parTransId="{97B8C765-4F55-4225-A37F-101EEAE2A60D}" sibTransId="{EE43CCF2-D9D7-465A-B64B-E2C62A7FABFC}"/>
    <dgm:cxn modelId="{EA7D7B9F-357C-4624-9175-75C1C854FA4A}" srcId="{79C75475-BBA3-4B3E-858E-F3B3DF0B0782}" destId="{8C4003AF-5C9B-4554-ACD9-3128544158F2}" srcOrd="0" destOrd="0" parTransId="{9DB46BC6-D9CF-4337-A7BB-271BCD281B0D}" sibTransId="{A5AC5485-017A-4789-8D29-FA37D0F82A4C}"/>
    <dgm:cxn modelId="{977D0EA2-7D0A-4E56-BB81-BB7DA4E52D15}" type="presOf" srcId="{DDAB7B73-3F08-44EC-9988-ADB0A3F24829}" destId="{F2BC8873-1345-47FC-B4CF-45DEAB4A51A8}" srcOrd="0" destOrd="0" presId="urn:microsoft.com/office/officeart/2005/8/layout/radial6"/>
    <dgm:cxn modelId="{8B947CAB-1C96-455C-9671-711C4226798F}" type="presOf" srcId="{8CFAB8B9-B4F6-43C5-A8A5-9CD02C11E671}" destId="{99B2DAB1-3CBC-4F76-9F5C-C0092863B3A3}" srcOrd="0" destOrd="0" presId="urn:microsoft.com/office/officeart/2005/8/layout/radial6"/>
    <dgm:cxn modelId="{67ABCAAE-813F-4C42-8C4D-F8CECD7084D1}" type="presOf" srcId="{8BD5FE9F-09F9-4BBE-A1DE-016C02F77D7D}" destId="{69954671-532D-4136-9AED-25CE59F43CC8}" srcOrd="0" destOrd="0" presId="urn:microsoft.com/office/officeart/2005/8/layout/radial6"/>
    <dgm:cxn modelId="{BAC153B4-29C6-4F12-98FC-BD9B10621710}" srcId="{79C75475-BBA3-4B3E-858E-F3B3DF0B0782}" destId="{C8D8B641-412C-4F99-8A09-A478AF893EE2}" srcOrd="5" destOrd="0" parTransId="{883B81EA-A872-48A1-9D7B-561563BFE7D7}" sibTransId="{B362BEBD-44C1-4F82-BC9A-A7830FBF7C43}"/>
    <dgm:cxn modelId="{59F4E1E8-4B95-448C-B7CF-2DE261A57A37}" type="presOf" srcId="{EE43CCF2-D9D7-465A-B64B-E2C62A7FABFC}" destId="{0BE64167-1A2E-4740-B6AB-87FC0C69BB57}" srcOrd="0" destOrd="0" presId="urn:microsoft.com/office/officeart/2005/8/layout/radial6"/>
    <dgm:cxn modelId="{6F0D29EF-8B7A-4BD1-B682-294564271AE0}" type="presOf" srcId="{C8D8B641-412C-4F99-8A09-A478AF893EE2}" destId="{60DC5A0E-17DA-4B0B-BEC2-1E83D7101E81}" srcOrd="0" destOrd="0" presId="urn:microsoft.com/office/officeart/2005/8/layout/radial6"/>
    <dgm:cxn modelId="{A516F69B-B332-4300-9FC1-06EDAFF2D282}" type="presParOf" srcId="{808A1BCC-E7DC-4DD9-88CF-3AED7E697CD4}" destId="{CD22125E-0639-43AE-AE83-4BF07C6407D7}" srcOrd="0" destOrd="0" presId="urn:microsoft.com/office/officeart/2005/8/layout/radial6"/>
    <dgm:cxn modelId="{16560AF8-5935-4731-BDBD-5D00D88C3A01}" type="presParOf" srcId="{808A1BCC-E7DC-4DD9-88CF-3AED7E697CD4}" destId="{A4A9EE44-E179-4D74-9A02-0BEAC8DFA923}" srcOrd="1" destOrd="0" presId="urn:microsoft.com/office/officeart/2005/8/layout/radial6"/>
    <dgm:cxn modelId="{69920CA9-BAC4-49D6-9E3F-A8CEDE1DA94B}" type="presParOf" srcId="{808A1BCC-E7DC-4DD9-88CF-3AED7E697CD4}" destId="{2C1FA9E2-B5C9-4CE2-823D-4787393A1B71}" srcOrd="2" destOrd="0" presId="urn:microsoft.com/office/officeart/2005/8/layout/radial6"/>
    <dgm:cxn modelId="{D3DE306C-825D-4586-BB19-18FFE31FE46A}" type="presParOf" srcId="{808A1BCC-E7DC-4DD9-88CF-3AED7E697CD4}" destId="{B2BA910B-426B-48D9-AED4-6BA31D2B4B89}" srcOrd="3" destOrd="0" presId="urn:microsoft.com/office/officeart/2005/8/layout/radial6"/>
    <dgm:cxn modelId="{19025486-1220-45B5-8B82-04E3C224CE09}" type="presParOf" srcId="{808A1BCC-E7DC-4DD9-88CF-3AED7E697CD4}" destId="{6CC46121-0603-4170-B107-3946D36A5269}" srcOrd="4" destOrd="0" presId="urn:microsoft.com/office/officeart/2005/8/layout/radial6"/>
    <dgm:cxn modelId="{CEEFBE29-F84B-4790-BE9B-894D21008A20}" type="presParOf" srcId="{808A1BCC-E7DC-4DD9-88CF-3AED7E697CD4}" destId="{CF186BAA-D952-4736-B42F-58E1892DA816}" srcOrd="5" destOrd="0" presId="urn:microsoft.com/office/officeart/2005/8/layout/radial6"/>
    <dgm:cxn modelId="{30A01BC2-A53D-4645-8318-C7D40A28FC95}" type="presParOf" srcId="{808A1BCC-E7DC-4DD9-88CF-3AED7E697CD4}" destId="{4AA6FB3D-2256-44F8-B869-65CE615091D3}" srcOrd="6" destOrd="0" presId="urn:microsoft.com/office/officeart/2005/8/layout/radial6"/>
    <dgm:cxn modelId="{D8FF2D7F-D9F9-45DA-A42C-3F824B9D24CD}" type="presParOf" srcId="{808A1BCC-E7DC-4DD9-88CF-3AED7E697CD4}" destId="{69954671-532D-4136-9AED-25CE59F43CC8}" srcOrd="7" destOrd="0" presId="urn:microsoft.com/office/officeart/2005/8/layout/radial6"/>
    <dgm:cxn modelId="{A1ABCF1B-DA00-4AFE-BFC2-561CC5D0807F}" type="presParOf" srcId="{808A1BCC-E7DC-4DD9-88CF-3AED7E697CD4}" destId="{B07E65F2-2C58-4CC8-8913-35AABDE05964}" srcOrd="8" destOrd="0" presId="urn:microsoft.com/office/officeart/2005/8/layout/radial6"/>
    <dgm:cxn modelId="{09D82999-C0BD-4A6F-A266-787D1BA18B85}" type="presParOf" srcId="{808A1BCC-E7DC-4DD9-88CF-3AED7E697CD4}" destId="{F2BC8873-1345-47FC-B4CF-45DEAB4A51A8}" srcOrd="9" destOrd="0" presId="urn:microsoft.com/office/officeart/2005/8/layout/radial6"/>
    <dgm:cxn modelId="{05741DDA-AE6C-43A3-96F3-A556847D2051}" type="presParOf" srcId="{808A1BCC-E7DC-4DD9-88CF-3AED7E697CD4}" destId="{64480964-36FA-41E2-8A99-0D9E8D6F5774}" srcOrd="10" destOrd="0" presId="urn:microsoft.com/office/officeart/2005/8/layout/radial6"/>
    <dgm:cxn modelId="{6ED15CB8-79C5-4969-81C1-9A0AD2C7A04B}" type="presParOf" srcId="{808A1BCC-E7DC-4DD9-88CF-3AED7E697CD4}" destId="{C2D70E3E-74F4-400C-95AC-1DA5FE1F3C64}" srcOrd="11" destOrd="0" presId="urn:microsoft.com/office/officeart/2005/8/layout/radial6"/>
    <dgm:cxn modelId="{F1FD8ABE-0014-4612-9F86-586848D5BA05}" type="presParOf" srcId="{808A1BCC-E7DC-4DD9-88CF-3AED7E697CD4}" destId="{0BE64167-1A2E-4740-B6AB-87FC0C69BB57}" srcOrd="12" destOrd="0" presId="urn:microsoft.com/office/officeart/2005/8/layout/radial6"/>
    <dgm:cxn modelId="{850B8DB8-DAB4-4345-A1E9-28DECC38C901}" type="presParOf" srcId="{808A1BCC-E7DC-4DD9-88CF-3AED7E697CD4}" destId="{8806BA70-7A17-4D11-8198-7A0D83B5E12B}" srcOrd="13" destOrd="0" presId="urn:microsoft.com/office/officeart/2005/8/layout/radial6"/>
    <dgm:cxn modelId="{8967C41E-59E4-47B2-95D7-258ADFEAFE29}" type="presParOf" srcId="{808A1BCC-E7DC-4DD9-88CF-3AED7E697CD4}" destId="{68482384-F39D-4E74-A9A4-8B4B00EE7EAC}" srcOrd="14" destOrd="0" presId="urn:microsoft.com/office/officeart/2005/8/layout/radial6"/>
    <dgm:cxn modelId="{72ACD388-741A-4C99-8248-8669531A7801}" type="presParOf" srcId="{808A1BCC-E7DC-4DD9-88CF-3AED7E697CD4}" destId="{99B2DAB1-3CBC-4F76-9F5C-C0092863B3A3}" srcOrd="15" destOrd="0" presId="urn:microsoft.com/office/officeart/2005/8/layout/radial6"/>
    <dgm:cxn modelId="{7FFC29E5-3E57-4DD0-8362-590FE1D4FB0B}" type="presParOf" srcId="{808A1BCC-E7DC-4DD9-88CF-3AED7E697CD4}" destId="{60DC5A0E-17DA-4B0B-BEC2-1E83D7101E81}" srcOrd="16" destOrd="0" presId="urn:microsoft.com/office/officeart/2005/8/layout/radial6"/>
    <dgm:cxn modelId="{66D3B746-2766-4122-A53A-2FE3355EDCF4}" type="presParOf" srcId="{808A1BCC-E7DC-4DD9-88CF-3AED7E697CD4}" destId="{6745F996-396F-4607-B074-A9131601F267}" srcOrd="17" destOrd="0" presId="urn:microsoft.com/office/officeart/2005/8/layout/radial6"/>
    <dgm:cxn modelId="{3289BA02-11DB-4AFF-A36D-61EC5DAAAE80}" type="presParOf" srcId="{808A1BCC-E7DC-4DD9-88CF-3AED7E697CD4}" destId="{1D3D78F7-0E25-41A6-A3E9-840BA7AFE878}" srcOrd="18"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E1A03B6-942F-4AC6-80BB-76731E8D619A}"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GB"/>
        </a:p>
      </dgm:t>
    </dgm:pt>
    <dgm:pt modelId="{3C2AB5AB-129C-45E8-AB3F-B2E063D5FFA7}">
      <dgm:prSet phldrT="[Text]"/>
      <dgm:spPr/>
      <dgm:t>
        <a:bodyPr/>
        <a:lstStyle/>
        <a:p>
          <a:r>
            <a:rPr lang="en-GB" dirty="0"/>
            <a:t>Sources</a:t>
          </a:r>
        </a:p>
      </dgm:t>
    </dgm:pt>
    <dgm:pt modelId="{5F20E94D-C07C-47E6-B04A-399C6C7EB5FC}" type="parTrans" cxnId="{B9C71534-3795-4F15-BF9E-441E1E2CDE0B}">
      <dgm:prSet/>
      <dgm:spPr/>
      <dgm:t>
        <a:bodyPr/>
        <a:lstStyle/>
        <a:p>
          <a:endParaRPr lang="en-GB"/>
        </a:p>
      </dgm:t>
    </dgm:pt>
    <dgm:pt modelId="{488BDB2D-2A42-4C8C-A46D-EDEEE03EAD4B}" type="sibTrans" cxnId="{B9C71534-3795-4F15-BF9E-441E1E2CDE0B}">
      <dgm:prSet/>
      <dgm:spPr>
        <a:solidFill>
          <a:schemeClr val="tx2"/>
        </a:solidFill>
      </dgm:spPr>
      <dgm:t>
        <a:bodyPr/>
        <a:lstStyle/>
        <a:p>
          <a:endParaRPr lang="en-GB"/>
        </a:p>
      </dgm:t>
    </dgm:pt>
    <dgm:pt modelId="{A35A2B80-F5F7-404F-BA73-398735E4BA2C}">
      <dgm:prSet phldrT="[Text]"/>
      <dgm:spPr/>
      <dgm:t>
        <a:bodyPr/>
        <a:lstStyle/>
        <a:p>
          <a:r>
            <a:rPr lang="en-GB" dirty="0"/>
            <a:t>Customizations</a:t>
          </a:r>
        </a:p>
      </dgm:t>
    </dgm:pt>
    <dgm:pt modelId="{51C69587-6425-41F8-AB94-FABEB78B19AC}" type="parTrans" cxnId="{C80CA2F9-EF80-43C5-85CB-DFB5B9DBFA41}">
      <dgm:prSet/>
      <dgm:spPr/>
      <dgm:t>
        <a:bodyPr/>
        <a:lstStyle/>
        <a:p>
          <a:endParaRPr lang="en-GB"/>
        </a:p>
      </dgm:t>
    </dgm:pt>
    <dgm:pt modelId="{6842B20C-0753-4B38-B4D1-568764A2E096}" type="sibTrans" cxnId="{C80CA2F9-EF80-43C5-85CB-DFB5B9DBFA41}">
      <dgm:prSet/>
      <dgm:spPr/>
      <dgm:t>
        <a:bodyPr/>
        <a:lstStyle/>
        <a:p>
          <a:endParaRPr lang="en-GB"/>
        </a:p>
      </dgm:t>
    </dgm:pt>
    <dgm:pt modelId="{729818DC-1341-4A35-8637-D3A777AC3E87}">
      <dgm:prSet phldrT="[Text]"/>
      <dgm:spPr/>
      <dgm:t>
        <a:bodyPr/>
        <a:lstStyle/>
        <a:p>
          <a:r>
            <a:rPr lang="en-GB" dirty="0"/>
            <a:t>Build</a:t>
          </a:r>
        </a:p>
      </dgm:t>
    </dgm:pt>
    <dgm:pt modelId="{B834ECB9-49A9-4BF9-A956-DD685C81D9BE}" type="parTrans" cxnId="{27839E0A-22C1-4626-BC18-605028B5B3C1}">
      <dgm:prSet/>
      <dgm:spPr/>
      <dgm:t>
        <a:bodyPr/>
        <a:lstStyle/>
        <a:p>
          <a:endParaRPr lang="en-GB"/>
        </a:p>
      </dgm:t>
    </dgm:pt>
    <dgm:pt modelId="{64A19925-D214-4FAB-B3C9-2F981DA2DA0B}" type="sibTrans" cxnId="{27839E0A-22C1-4626-BC18-605028B5B3C1}">
      <dgm:prSet/>
      <dgm:spPr>
        <a:solidFill>
          <a:schemeClr val="tx2"/>
        </a:solidFill>
      </dgm:spPr>
      <dgm:t>
        <a:bodyPr/>
        <a:lstStyle/>
        <a:p>
          <a:endParaRPr lang="en-GB"/>
        </a:p>
      </dgm:t>
    </dgm:pt>
    <dgm:pt modelId="{146CE24C-1C65-4A16-A600-DE980C859DD9}">
      <dgm:prSet phldrT="[Text]"/>
      <dgm:spPr/>
      <dgm:t>
        <a:bodyPr/>
        <a:lstStyle/>
        <a:p>
          <a:r>
            <a:rPr lang="en-GB" dirty="0"/>
            <a:t>Pack</a:t>
          </a:r>
        </a:p>
      </dgm:t>
    </dgm:pt>
    <dgm:pt modelId="{20CEFF71-889E-4703-9EBA-465A239D2749}" type="parTrans" cxnId="{CC92E9C4-B50B-4DC6-B165-3DF8E37510A5}">
      <dgm:prSet/>
      <dgm:spPr/>
      <dgm:t>
        <a:bodyPr/>
        <a:lstStyle/>
        <a:p>
          <a:endParaRPr lang="en-GB"/>
        </a:p>
      </dgm:t>
    </dgm:pt>
    <dgm:pt modelId="{3F143513-E1A2-44F9-8D40-991EF5BD685F}" type="sibTrans" cxnId="{CC92E9C4-B50B-4DC6-B165-3DF8E37510A5}">
      <dgm:prSet/>
      <dgm:spPr/>
      <dgm:t>
        <a:bodyPr/>
        <a:lstStyle/>
        <a:p>
          <a:endParaRPr lang="en-GB"/>
        </a:p>
      </dgm:t>
    </dgm:pt>
    <dgm:pt modelId="{2A79F2AC-5078-4040-B225-0D20377FE91A}">
      <dgm:prSet phldrT="[Text]"/>
      <dgm:spPr/>
      <dgm:t>
        <a:bodyPr/>
        <a:lstStyle/>
        <a:p>
          <a:r>
            <a:rPr lang="en-GB" dirty="0"/>
            <a:t>Artifacts</a:t>
          </a:r>
        </a:p>
      </dgm:t>
    </dgm:pt>
    <dgm:pt modelId="{25BF6886-A072-4D60-9A1A-8C9333F04790}" type="parTrans" cxnId="{B9F4498F-5302-49C5-8D1E-04DA80C27D8B}">
      <dgm:prSet/>
      <dgm:spPr/>
      <dgm:t>
        <a:bodyPr/>
        <a:lstStyle/>
        <a:p>
          <a:endParaRPr lang="en-GB"/>
        </a:p>
      </dgm:t>
    </dgm:pt>
    <dgm:pt modelId="{47AE645E-3A8A-4EE9-9878-F13939902DBA}" type="sibTrans" cxnId="{B9F4498F-5302-49C5-8D1E-04DA80C27D8B}">
      <dgm:prSet/>
      <dgm:spPr/>
      <dgm:t>
        <a:bodyPr/>
        <a:lstStyle/>
        <a:p>
          <a:endParaRPr lang="en-GB"/>
        </a:p>
      </dgm:t>
    </dgm:pt>
    <dgm:pt modelId="{DFEB15FD-2194-47F0-8809-6ABBBB6D7A7E}">
      <dgm:prSet phldrT="[Text]"/>
      <dgm:spPr/>
      <dgm:t>
        <a:bodyPr/>
        <a:lstStyle/>
        <a:p>
          <a:r>
            <a:rPr lang="en-GB" dirty="0"/>
            <a:t>Solutions</a:t>
          </a:r>
        </a:p>
      </dgm:t>
    </dgm:pt>
    <dgm:pt modelId="{5F2184DE-FF37-421D-B6A2-36E5D588C4E1}" type="parTrans" cxnId="{56E7E4D7-96C1-4423-A771-E2CE13A2488E}">
      <dgm:prSet/>
      <dgm:spPr/>
      <dgm:t>
        <a:bodyPr/>
        <a:lstStyle/>
        <a:p>
          <a:endParaRPr lang="en-GB"/>
        </a:p>
      </dgm:t>
    </dgm:pt>
    <dgm:pt modelId="{02E15070-D612-4335-9F73-FE8D6BAB765B}" type="sibTrans" cxnId="{56E7E4D7-96C1-4423-A771-E2CE13A2488E}">
      <dgm:prSet/>
      <dgm:spPr/>
      <dgm:t>
        <a:bodyPr/>
        <a:lstStyle/>
        <a:p>
          <a:endParaRPr lang="en-GB"/>
        </a:p>
      </dgm:t>
    </dgm:pt>
    <dgm:pt modelId="{7A8A64D0-750F-45B9-9EAD-210617E9E2B5}">
      <dgm:prSet phldrT="[Text]"/>
      <dgm:spPr/>
      <dgm:t>
        <a:bodyPr/>
        <a:lstStyle/>
        <a:p>
          <a:r>
            <a:rPr lang="en-GB" dirty="0"/>
            <a:t>.NET Code (Plug-ins, CRM Packages)</a:t>
          </a:r>
        </a:p>
      </dgm:t>
    </dgm:pt>
    <dgm:pt modelId="{325F4CB3-B2BD-4AAA-A151-6672A4491B27}" type="parTrans" cxnId="{FE297C9B-131E-4E5A-A7C4-9D5089A116DB}">
      <dgm:prSet/>
      <dgm:spPr/>
      <dgm:t>
        <a:bodyPr/>
        <a:lstStyle/>
        <a:p>
          <a:endParaRPr lang="en-GB"/>
        </a:p>
      </dgm:t>
    </dgm:pt>
    <dgm:pt modelId="{9E1E91B5-B5B5-4A7F-9F3A-657E5D507C3F}" type="sibTrans" cxnId="{FE297C9B-131E-4E5A-A7C4-9D5089A116DB}">
      <dgm:prSet/>
      <dgm:spPr/>
      <dgm:t>
        <a:bodyPr/>
        <a:lstStyle/>
        <a:p>
          <a:endParaRPr lang="en-GB"/>
        </a:p>
      </dgm:t>
    </dgm:pt>
    <dgm:pt modelId="{85A192D5-4BBB-4C3A-95B2-16030C638DC5}">
      <dgm:prSet phldrT="[Text]"/>
      <dgm:spPr/>
      <dgm:t>
        <a:bodyPr/>
        <a:lstStyle/>
        <a:p>
          <a:r>
            <a:rPr lang="en-GB" dirty="0"/>
            <a:t>Web Resources</a:t>
          </a:r>
        </a:p>
      </dgm:t>
    </dgm:pt>
    <dgm:pt modelId="{4B3EA7E9-6CDA-436B-B17C-7EBF0FF7F819}" type="parTrans" cxnId="{0AAD318A-2703-4D23-9E7C-EA4385EC226D}">
      <dgm:prSet/>
      <dgm:spPr/>
      <dgm:t>
        <a:bodyPr/>
        <a:lstStyle/>
        <a:p>
          <a:endParaRPr lang="en-GB"/>
        </a:p>
      </dgm:t>
    </dgm:pt>
    <dgm:pt modelId="{CC7108DD-A893-4298-9019-034C944AD5B7}" type="sibTrans" cxnId="{0AAD318A-2703-4D23-9E7C-EA4385EC226D}">
      <dgm:prSet/>
      <dgm:spPr/>
      <dgm:t>
        <a:bodyPr/>
        <a:lstStyle/>
        <a:p>
          <a:endParaRPr lang="en-GB"/>
        </a:p>
      </dgm:t>
    </dgm:pt>
    <dgm:pt modelId="{25F435A0-D841-4340-A1F1-5D649A8EFC27}">
      <dgm:prSet phldrT="[Text]"/>
      <dgm:spPr/>
      <dgm:t>
        <a:bodyPr/>
        <a:lstStyle/>
        <a:p>
          <a:r>
            <a:rPr lang="en-GB" dirty="0"/>
            <a:t>Compile</a:t>
          </a:r>
        </a:p>
      </dgm:t>
    </dgm:pt>
    <dgm:pt modelId="{B94FF2C4-5331-4735-8397-6B2B38B0E05E}" type="parTrans" cxnId="{0983D168-D537-4A68-99AB-2355EE78EC1C}">
      <dgm:prSet/>
      <dgm:spPr/>
      <dgm:t>
        <a:bodyPr/>
        <a:lstStyle/>
        <a:p>
          <a:endParaRPr lang="en-GB"/>
        </a:p>
      </dgm:t>
    </dgm:pt>
    <dgm:pt modelId="{F5D21AF6-8057-418C-B3F5-EE9ABC685516}" type="sibTrans" cxnId="{0983D168-D537-4A68-99AB-2355EE78EC1C}">
      <dgm:prSet/>
      <dgm:spPr/>
      <dgm:t>
        <a:bodyPr/>
        <a:lstStyle/>
        <a:p>
          <a:endParaRPr lang="en-GB"/>
        </a:p>
      </dgm:t>
    </dgm:pt>
    <dgm:pt modelId="{73FCEED4-9361-4AE9-B8D4-1DA0A76B4689}">
      <dgm:prSet phldrT="[Text]"/>
      <dgm:spPr/>
      <dgm:t>
        <a:bodyPr/>
        <a:lstStyle/>
        <a:p>
          <a:r>
            <a:rPr lang="en-GB" dirty="0"/>
            <a:t>Minify</a:t>
          </a:r>
        </a:p>
      </dgm:t>
    </dgm:pt>
    <dgm:pt modelId="{AA4AB530-F5E6-4655-9280-24C4FD0D71CE}" type="parTrans" cxnId="{78CAF808-4CB5-49EC-9E1E-D333AE2D45C2}">
      <dgm:prSet/>
      <dgm:spPr/>
      <dgm:t>
        <a:bodyPr/>
        <a:lstStyle/>
        <a:p>
          <a:endParaRPr lang="en-GB"/>
        </a:p>
      </dgm:t>
    </dgm:pt>
    <dgm:pt modelId="{1FF7A295-DCEB-42EC-9A73-1CA1DE651E38}" type="sibTrans" cxnId="{78CAF808-4CB5-49EC-9E1E-D333AE2D45C2}">
      <dgm:prSet/>
      <dgm:spPr/>
      <dgm:t>
        <a:bodyPr/>
        <a:lstStyle/>
        <a:p>
          <a:endParaRPr lang="en-GB"/>
        </a:p>
      </dgm:t>
    </dgm:pt>
    <dgm:pt modelId="{C9F96109-F746-41B8-A9C4-8F1EDFE06825}">
      <dgm:prSet phldrT="[Text]"/>
      <dgm:spPr/>
      <dgm:t>
        <a:bodyPr/>
        <a:lstStyle/>
        <a:p>
          <a:r>
            <a:rPr lang="en-GB" dirty="0"/>
            <a:t>Run Static Analysis</a:t>
          </a:r>
        </a:p>
      </dgm:t>
    </dgm:pt>
    <dgm:pt modelId="{9AF33ED7-D8C0-40F1-877B-46C77AFE1015}" type="parTrans" cxnId="{7B0EB799-377F-4850-B15E-B48912C026A5}">
      <dgm:prSet/>
      <dgm:spPr/>
      <dgm:t>
        <a:bodyPr/>
        <a:lstStyle/>
        <a:p>
          <a:endParaRPr lang="en-GB"/>
        </a:p>
      </dgm:t>
    </dgm:pt>
    <dgm:pt modelId="{E94264A1-D90E-4035-8064-CCDFF5D4F94C}" type="sibTrans" cxnId="{7B0EB799-377F-4850-B15E-B48912C026A5}">
      <dgm:prSet/>
      <dgm:spPr/>
      <dgm:t>
        <a:bodyPr/>
        <a:lstStyle/>
        <a:p>
          <a:endParaRPr lang="en-GB"/>
        </a:p>
      </dgm:t>
    </dgm:pt>
    <dgm:pt modelId="{99FB9980-8AE1-41F4-A26B-469AD6F82C5B}">
      <dgm:prSet phldrT="[Text]"/>
      <dgm:spPr/>
      <dgm:t>
        <a:bodyPr/>
        <a:lstStyle/>
        <a:p>
          <a:r>
            <a:rPr lang="en-GB" dirty="0"/>
            <a:t>Run Unit Tests</a:t>
          </a:r>
        </a:p>
      </dgm:t>
    </dgm:pt>
    <dgm:pt modelId="{298E8F3A-5B4A-40DD-99F7-3DE2C859743F}" type="parTrans" cxnId="{D36111E3-8E7F-4DEF-BF3C-F359A376CCE7}">
      <dgm:prSet/>
      <dgm:spPr/>
      <dgm:t>
        <a:bodyPr/>
        <a:lstStyle/>
        <a:p>
          <a:endParaRPr lang="en-GB"/>
        </a:p>
      </dgm:t>
    </dgm:pt>
    <dgm:pt modelId="{07E2469C-AC1D-4C73-BB97-AC2BEB15C1E1}" type="sibTrans" cxnId="{D36111E3-8E7F-4DEF-BF3C-F359A376CCE7}">
      <dgm:prSet/>
      <dgm:spPr/>
      <dgm:t>
        <a:bodyPr/>
        <a:lstStyle/>
        <a:p>
          <a:endParaRPr lang="en-GB"/>
        </a:p>
      </dgm:t>
    </dgm:pt>
    <dgm:pt modelId="{10CD0FB0-F964-47FE-8107-58FB77282F88}">
      <dgm:prSet phldrT="[Text]"/>
      <dgm:spPr/>
      <dgm:t>
        <a:bodyPr/>
        <a:lstStyle/>
        <a:p>
          <a:r>
            <a:rPr lang="en-GB" dirty="0"/>
            <a:t>Packages</a:t>
          </a:r>
        </a:p>
      </dgm:t>
    </dgm:pt>
    <dgm:pt modelId="{81BB4A6B-C9F5-4AD8-8502-5F7CCF378D1E}" type="parTrans" cxnId="{5B579AC6-4A02-49E3-AC97-F6BFF7EB3704}">
      <dgm:prSet/>
      <dgm:spPr/>
      <dgm:t>
        <a:bodyPr/>
        <a:lstStyle/>
        <a:p>
          <a:endParaRPr lang="en-GB"/>
        </a:p>
      </dgm:t>
    </dgm:pt>
    <dgm:pt modelId="{0A905215-4212-4FEA-887E-4A28CD91897C}" type="sibTrans" cxnId="{5B579AC6-4A02-49E3-AC97-F6BFF7EB3704}">
      <dgm:prSet/>
      <dgm:spPr/>
      <dgm:t>
        <a:bodyPr/>
        <a:lstStyle/>
        <a:p>
          <a:endParaRPr lang="en-GB"/>
        </a:p>
      </dgm:t>
    </dgm:pt>
    <dgm:pt modelId="{126AF485-0AC1-405C-9F7E-CC6D5C3CE58F}">
      <dgm:prSet phldrT="[Text]"/>
      <dgm:spPr/>
      <dgm:t>
        <a:bodyPr/>
        <a:lstStyle/>
        <a:p>
          <a:r>
            <a:rPr lang="en-GB" dirty="0"/>
            <a:t>Data</a:t>
          </a:r>
        </a:p>
      </dgm:t>
    </dgm:pt>
    <dgm:pt modelId="{9520D2CB-E00D-4193-B142-E3AB6C6E615D}" type="parTrans" cxnId="{24D4C815-221F-431F-B161-FAE9D41C7996}">
      <dgm:prSet/>
      <dgm:spPr/>
      <dgm:t>
        <a:bodyPr/>
        <a:lstStyle/>
        <a:p>
          <a:endParaRPr lang="en-GB"/>
        </a:p>
      </dgm:t>
    </dgm:pt>
    <dgm:pt modelId="{CE01D0A9-B9A3-4AD5-8167-1990E75012EE}" type="sibTrans" cxnId="{24D4C815-221F-431F-B161-FAE9D41C7996}">
      <dgm:prSet/>
      <dgm:spPr/>
      <dgm:t>
        <a:bodyPr/>
        <a:lstStyle/>
        <a:p>
          <a:endParaRPr lang="en-GB"/>
        </a:p>
      </dgm:t>
    </dgm:pt>
    <dgm:pt modelId="{906A08C9-DD99-4AFF-AA20-AEFAF7A62956}">
      <dgm:prSet phldrT="[Text]"/>
      <dgm:spPr/>
      <dgm:t>
        <a:bodyPr/>
        <a:lstStyle/>
        <a:p>
          <a:r>
            <a:rPr lang="en-GB" dirty="0"/>
            <a:t>Tests</a:t>
          </a:r>
        </a:p>
      </dgm:t>
    </dgm:pt>
    <dgm:pt modelId="{8966DBCE-2EFB-4C60-8C18-97620A549E6B}" type="parTrans" cxnId="{905ECDFD-0151-4CA3-BF3C-58469A28399C}">
      <dgm:prSet/>
      <dgm:spPr/>
      <dgm:t>
        <a:bodyPr/>
        <a:lstStyle/>
        <a:p>
          <a:endParaRPr lang="en-GB"/>
        </a:p>
      </dgm:t>
    </dgm:pt>
    <dgm:pt modelId="{F15B2A55-1E80-4377-8982-F0B43115915F}" type="sibTrans" cxnId="{905ECDFD-0151-4CA3-BF3C-58469A28399C}">
      <dgm:prSet/>
      <dgm:spPr/>
      <dgm:t>
        <a:bodyPr/>
        <a:lstStyle/>
        <a:p>
          <a:endParaRPr lang="en-GB"/>
        </a:p>
      </dgm:t>
    </dgm:pt>
    <dgm:pt modelId="{2EDB9B3A-AA9B-4D90-88FB-3A672F339AE1}">
      <dgm:prSet phldrT="[Text]"/>
      <dgm:spPr/>
      <dgm:t>
        <a:bodyPr/>
        <a:lstStyle/>
        <a:p>
          <a:r>
            <a:rPr lang="en-GB" dirty="0"/>
            <a:t>Custom Controls</a:t>
          </a:r>
        </a:p>
      </dgm:t>
    </dgm:pt>
    <dgm:pt modelId="{B2803E1D-60D6-427B-BC04-690C9C3DB5AA}" type="parTrans" cxnId="{DA669289-09BF-4800-9627-B2F40F7ED6C9}">
      <dgm:prSet/>
      <dgm:spPr/>
      <dgm:t>
        <a:bodyPr/>
        <a:lstStyle/>
        <a:p>
          <a:endParaRPr lang="en-US"/>
        </a:p>
      </dgm:t>
    </dgm:pt>
    <dgm:pt modelId="{9DC924BA-BB39-4EA0-86D6-724444D7A13A}" type="sibTrans" cxnId="{DA669289-09BF-4800-9627-B2F40F7ED6C9}">
      <dgm:prSet/>
      <dgm:spPr/>
      <dgm:t>
        <a:bodyPr/>
        <a:lstStyle/>
        <a:p>
          <a:endParaRPr lang="en-US"/>
        </a:p>
      </dgm:t>
    </dgm:pt>
    <dgm:pt modelId="{C3DFF362-9823-4FFF-9963-FF6533E1173B}">
      <dgm:prSet phldrT="[Text]"/>
      <dgm:spPr/>
      <dgm:t>
        <a:bodyPr/>
        <a:lstStyle/>
        <a:p>
          <a:r>
            <a:rPr lang="en-GB" dirty="0"/>
            <a:t>Sign</a:t>
          </a:r>
        </a:p>
      </dgm:t>
    </dgm:pt>
    <dgm:pt modelId="{21C98E7F-87E6-4E0B-9A37-887F86362500}" type="parTrans" cxnId="{0D6CB03F-934F-4335-8713-B888873DAD25}">
      <dgm:prSet/>
      <dgm:spPr/>
      <dgm:t>
        <a:bodyPr/>
        <a:lstStyle/>
        <a:p>
          <a:endParaRPr lang="en-US"/>
        </a:p>
      </dgm:t>
    </dgm:pt>
    <dgm:pt modelId="{0C377D5B-E05B-4D42-8B5F-595556B9CEEE}" type="sibTrans" cxnId="{0D6CB03F-934F-4335-8713-B888873DAD25}">
      <dgm:prSet/>
      <dgm:spPr/>
      <dgm:t>
        <a:bodyPr/>
        <a:lstStyle/>
        <a:p>
          <a:endParaRPr lang="en-US"/>
        </a:p>
      </dgm:t>
    </dgm:pt>
    <dgm:pt modelId="{93F71054-EFD1-4B82-A06A-AAC7B279460D}">
      <dgm:prSet phldrT="[Text]"/>
      <dgm:spPr/>
      <dgm:t>
        <a:bodyPr/>
        <a:lstStyle/>
        <a:p>
          <a:r>
            <a:rPr lang="en-GB" dirty="0"/>
            <a:t>Reference Data</a:t>
          </a:r>
        </a:p>
      </dgm:t>
    </dgm:pt>
    <dgm:pt modelId="{C21E914D-58E9-423E-B074-C72C1D7D2318}" type="parTrans" cxnId="{34D78FA0-3425-459E-852E-62380C90BB7E}">
      <dgm:prSet/>
      <dgm:spPr/>
      <dgm:t>
        <a:bodyPr/>
        <a:lstStyle/>
        <a:p>
          <a:endParaRPr lang="en-US"/>
        </a:p>
      </dgm:t>
    </dgm:pt>
    <dgm:pt modelId="{3D0FC75D-9BC9-4719-83A0-1EC64A5F672C}" type="sibTrans" cxnId="{34D78FA0-3425-459E-852E-62380C90BB7E}">
      <dgm:prSet/>
      <dgm:spPr/>
      <dgm:t>
        <a:bodyPr/>
        <a:lstStyle/>
        <a:p>
          <a:endParaRPr lang="en-US"/>
        </a:p>
      </dgm:t>
    </dgm:pt>
    <dgm:pt modelId="{06EDCDD7-C657-445C-A5EE-5ADA70880A51}">
      <dgm:prSet phldrT="[Text]"/>
      <dgm:spPr/>
      <dgm:t>
        <a:bodyPr/>
        <a:lstStyle/>
        <a:p>
          <a:r>
            <a:rPr lang="en-GB" dirty="0"/>
            <a:t>Version</a:t>
          </a:r>
        </a:p>
      </dgm:t>
    </dgm:pt>
    <dgm:pt modelId="{2F22CB52-64C1-4D51-8DBF-BB08DC5E7D96}" type="parTrans" cxnId="{812F40B7-B685-4E4A-911B-6B8AFBF6A891}">
      <dgm:prSet/>
      <dgm:spPr/>
      <dgm:t>
        <a:bodyPr/>
        <a:lstStyle/>
        <a:p>
          <a:endParaRPr lang="en-US"/>
        </a:p>
      </dgm:t>
    </dgm:pt>
    <dgm:pt modelId="{19DA4C63-CEEA-4E59-B744-6AAC6087568C}" type="sibTrans" cxnId="{812F40B7-B685-4E4A-911B-6B8AFBF6A891}">
      <dgm:prSet/>
      <dgm:spPr/>
      <dgm:t>
        <a:bodyPr/>
        <a:lstStyle/>
        <a:p>
          <a:endParaRPr lang="en-US"/>
        </a:p>
      </dgm:t>
    </dgm:pt>
    <dgm:pt modelId="{D2804D6F-8D6A-4F26-B3AA-40B5BCF75FB4}" type="pres">
      <dgm:prSet presAssocID="{DE1A03B6-942F-4AC6-80BB-76731E8D619A}" presName="linearFlow" presStyleCnt="0">
        <dgm:presLayoutVars>
          <dgm:dir/>
          <dgm:animLvl val="lvl"/>
          <dgm:resizeHandles val="exact"/>
        </dgm:presLayoutVars>
      </dgm:prSet>
      <dgm:spPr/>
    </dgm:pt>
    <dgm:pt modelId="{CDF2C51C-7D96-4615-8EE5-902DE3D5F59A}" type="pres">
      <dgm:prSet presAssocID="{3C2AB5AB-129C-45E8-AB3F-B2E063D5FFA7}" presName="composite" presStyleCnt="0"/>
      <dgm:spPr/>
    </dgm:pt>
    <dgm:pt modelId="{3B5AE309-7480-4D63-828A-A02F268BBCA1}" type="pres">
      <dgm:prSet presAssocID="{3C2AB5AB-129C-45E8-AB3F-B2E063D5FFA7}" presName="parTx" presStyleLbl="node1" presStyleIdx="0" presStyleCnt="3">
        <dgm:presLayoutVars>
          <dgm:chMax val="0"/>
          <dgm:chPref val="0"/>
          <dgm:bulletEnabled val="1"/>
        </dgm:presLayoutVars>
      </dgm:prSet>
      <dgm:spPr/>
    </dgm:pt>
    <dgm:pt modelId="{5E24D3A6-8425-4985-9887-3007A5739949}" type="pres">
      <dgm:prSet presAssocID="{3C2AB5AB-129C-45E8-AB3F-B2E063D5FFA7}" presName="parSh" presStyleLbl="node1" presStyleIdx="0" presStyleCnt="3"/>
      <dgm:spPr/>
    </dgm:pt>
    <dgm:pt modelId="{10C42DA6-E5EC-432C-9EE3-A0B3DBD402BC}" type="pres">
      <dgm:prSet presAssocID="{3C2AB5AB-129C-45E8-AB3F-B2E063D5FFA7}" presName="desTx" presStyleLbl="fgAcc1" presStyleIdx="0" presStyleCnt="3">
        <dgm:presLayoutVars>
          <dgm:bulletEnabled val="1"/>
        </dgm:presLayoutVars>
      </dgm:prSet>
      <dgm:spPr/>
    </dgm:pt>
    <dgm:pt modelId="{5E6ADCBE-372D-4BA9-A979-5A31ECDCDC40}" type="pres">
      <dgm:prSet presAssocID="{488BDB2D-2A42-4C8C-A46D-EDEEE03EAD4B}" presName="sibTrans" presStyleLbl="sibTrans2D1" presStyleIdx="0" presStyleCnt="2"/>
      <dgm:spPr/>
    </dgm:pt>
    <dgm:pt modelId="{183961AC-A0B8-430D-A843-DDA4C608F438}" type="pres">
      <dgm:prSet presAssocID="{488BDB2D-2A42-4C8C-A46D-EDEEE03EAD4B}" presName="connTx" presStyleLbl="sibTrans2D1" presStyleIdx="0" presStyleCnt="2"/>
      <dgm:spPr/>
    </dgm:pt>
    <dgm:pt modelId="{2E8942A8-400E-4554-B31F-AB508087AFC9}" type="pres">
      <dgm:prSet presAssocID="{729818DC-1341-4A35-8637-D3A777AC3E87}" presName="composite" presStyleCnt="0"/>
      <dgm:spPr/>
    </dgm:pt>
    <dgm:pt modelId="{32173E52-1296-4551-B90B-3F07AE8E0306}" type="pres">
      <dgm:prSet presAssocID="{729818DC-1341-4A35-8637-D3A777AC3E87}" presName="parTx" presStyleLbl="node1" presStyleIdx="0" presStyleCnt="3">
        <dgm:presLayoutVars>
          <dgm:chMax val="0"/>
          <dgm:chPref val="0"/>
          <dgm:bulletEnabled val="1"/>
        </dgm:presLayoutVars>
      </dgm:prSet>
      <dgm:spPr/>
    </dgm:pt>
    <dgm:pt modelId="{E53EF5A2-9B51-4860-94D7-DCC04E9C7EA3}" type="pres">
      <dgm:prSet presAssocID="{729818DC-1341-4A35-8637-D3A777AC3E87}" presName="parSh" presStyleLbl="node1" presStyleIdx="1" presStyleCnt="3"/>
      <dgm:spPr/>
    </dgm:pt>
    <dgm:pt modelId="{21E181B6-3FD8-4DAC-8298-5C17B4D5C3CD}" type="pres">
      <dgm:prSet presAssocID="{729818DC-1341-4A35-8637-D3A777AC3E87}" presName="desTx" presStyleLbl="fgAcc1" presStyleIdx="1" presStyleCnt="3">
        <dgm:presLayoutVars>
          <dgm:bulletEnabled val="1"/>
        </dgm:presLayoutVars>
      </dgm:prSet>
      <dgm:spPr/>
    </dgm:pt>
    <dgm:pt modelId="{97B330FB-580F-44AC-B8D7-C75FE33FD7C0}" type="pres">
      <dgm:prSet presAssocID="{64A19925-D214-4FAB-B3C9-2F981DA2DA0B}" presName="sibTrans" presStyleLbl="sibTrans2D1" presStyleIdx="1" presStyleCnt="2"/>
      <dgm:spPr/>
    </dgm:pt>
    <dgm:pt modelId="{47128B4D-493E-4820-9C21-A0EBC656A3CC}" type="pres">
      <dgm:prSet presAssocID="{64A19925-D214-4FAB-B3C9-2F981DA2DA0B}" presName="connTx" presStyleLbl="sibTrans2D1" presStyleIdx="1" presStyleCnt="2"/>
      <dgm:spPr/>
    </dgm:pt>
    <dgm:pt modelId="{F7D49382-3373-415B-873D-27A00D15CB86}" type="pres">
      <dgm:prSet presAssocID="{2A79F2AC-5078-4040-B225-0D20377FE91A}" presName="composite" presStyleCnt="0"/>
      <dgm:spPr/>
    </dgm:pt>
    <dgm:pt modelId="{ADD5CEE7-27C8-42DA-8252-6E15D178100A}" type="pres">
      <dgm:prSet presAssocID="{2A79F2AC-5078-4040-B225-0D20377FE91A}" presName="parTx" presStyleLbl="node1" presStyleIdx="1" presStyleCnt="3">
        <dgm:presLayoutVars>
          <dgm:chMax val="0"/>
          <dgm:chPref val="0"/>
          <dgm:bulletEnabled val="1"/>
        </dgm:presLayoutVars>
      </dgm:prSet>
      <dgm:spPr/>
    </dgm:pt>
    <dgm:pt modelId="{47295986-DACE-425A-84B0-E664787F38E3}" type="pres">
      <dgm:prSet presAssocID="{2A79F2AC-5078-4040-B225-0D20377FE91A}" presName="parSh" presStyleLbl="node1" presStyleIdx="2" presStyleCnt="3"/>
      <dgm:spPr/>
    </dgm:pt>
    <dgm:pt modelId="{3E1AEA04-6E5B-48C8-A007-B09A7ACB56D7}" type="pres">
      <dgm:prSet presAssocID="{2A79F2AC-5078-4040-B225-0D20377FE91A}" presName="desTx" presStyleLbl="fgAcc1" presStyleIdx="2" presStyleCnt="3">
        <dgm:presLayoutVars>
          <dgm:bulletEnabled val="1"/>
        </dgm:presLayoutVars>
      </dgm:prSet>
      <dgm:spPr/>
    </dgm:pt>
  </dgm:ptLst>
  <dgm:cxnLst>
    <dgm:cxn modelId="{CAEEAD02-AF35-4182-AE2C-0503D0A94FAF}" type="presOf" srcId="{488BDB2D-2A42-4C8C-A46D-EDEEE03EAD4B}" destId="{5E6ADCBE-372D-4BA9-A979-5A31ECDCDC40}" srcOrd="0" destOrd="0" presId="urn:microsoft.com/office/officeart/2005/8/layout/process3"/>
    <dgm:cxn modelId="{78CAF808-4CB5-49EC-9E1E-D333AE2D45C2}" srcId="{729818DC-1341-4A35-8637-D3A777AC3E87}" destId="{73FCEED4-9361-4AE9-B8D4-1DA0A76B4689}" srcOrd="3" destOrd="0" parTransId="{AA4AB530-F5E6-4655-9280-24C4FD0D71CE}" sibTransId="{1FF7A295-DCEB-42EC-9A73-1CA1DE651E38}"/>
    <dgm:cxn modelId="{27839E0A-22C1-4626-BC18-605028B5B3C1}" srcId="{DE1A03B6-942F-4AC6-80BB-76731E8D619A}" destId="{729818DC-1341-4A35-8637-D3A777AC3E87}" srcOrd="1" destOrd="0" parTransId="{B834ECB9-49A9-4BF9-A956-DD685C81D9BE}" sibTransId="{64A19925-D214-4FAB-B3C9-2F981DA2DA0B}"/>
    <dgm:cxn modelId="{24D4C815-221F-431F-B161-FAE9D41C7996}" srcId="{2A79F2AC-5078-4040-B225-0D20377FE91A}" destId="{126AF485-0AC1-405C-9F7E-CC6D5C3CE58F}" srcOrd="2" destOrd="0" parTransId="{9520D2CB-E00D-4193-B142-E3AB6C6E615D}" sibTransId="{CE01D0A9-B9A3-4AD5-8167-1990E75012EE}"/>
    <dgm:cxn modelId="{1DDACF32-CD26-4C4F-BB5F-F116579191F5}" type="presOf" srcId="{99FB9980-8AE1-41F4-A26B-469AD6F82C5B}" destId="{21E181B6-3FD8-4DAC-8298-5C17B4D5C3CD}" srcOrd="0" destOrd="6" presId="urn:microsoft.com/office/officeart/2005/8/layout/process3"/>
    <dgm:cxn modelId="{B9C71534-3795-4F15-BF9E-441E1E2CDE0B}" srcId="{DE1A03B6-942F-4AC6-80BB-76731E8D619A}" destId="{3C2AB5AB-129C-45E8-AB3F-B2E063D5FFA7}" srcOrd="0" destOrd="0" parTransId="{5F20E94D-C07C-47E6-B04A-399C6C7EB5FC}" sibTransId="{488BDB2D-2A42-4C8C-A46D-EDEEE03EAD4B}"/>
    <dgm:cxn modelId="{0D6CB03F-934F-4335-8713-B888873DAD25}" srcId="{729818DC-1341-4A35-8637-D3A777AC3E87}" destId="{C3DFF362-9823-4FFF-9963-FF6533E1173B}" srcOrd="2" destOrd="0" parTransId="{21C98E7F-87E6-4E0B-9A37-887F86362500}" sibTransId="{0C377D5B-E05B-4D42-8B5F-595556B9CEEE}"/>
    <dgm:cxn modelId="{AA8CB84C-A7F7-4081-BDD4-F0FC8C16030A}" type="presOf" srcId="{06EDCDD7-C657-445C-A5EE-5ADA70880A51}" destId="{21E181B6-3FD8-4DAC-8298-5C17B4D5C3CD}" srcOrd="0" destOrd="4" presId="urn:microsoft.com/office/officeart/2005/8/layout/process3"/>
    <dgm:cxn modelId="{5D57734F-6B44-4C66-9B09-E946874752F0}" type="presOf" srcId="{25F435A0-D841-4340-A1F1-5D649A8EFC27}" destId="{21E181B6-3FD8-4DAC-8298-5C17B4D5C3CD}" srcOrd="0" destOrd="1" presId="urn:microsoft.com/office/officeart/2005/8/layout/process3"/>
    <dgm:cxn modelId="{D842B45D-3E7F-4579-9E87-8EC64461D371}" type="presOf" srcId="{73FCEED4-9361-4AE9-B8D4-1DA0A76B4689}" destId="{21E181B6-3FD8-4DAC-8298-5C17B4D5C3CD}" srcOrd="0" destOrd="3" presId="urn:microsoft.com/office/officeart/2005/8/layout/process3"/>
    <dgm:cxn modelId="{1BE1235F-3D16-4184-A95D-8C0B818841CC}" type="presOf" srcId="{A35A2B80-F5F7-404F-BA73-398735E4BA2C}" destId="{10C42DA6-E5EC-432C-9EE3-A0B3DBD402BC}" srcOrd="0" destOrd="0" presId="urn:microsoft.com/office/officeart/2005/8/layout/process3"/>
    <dgm:cxn modelId="{23042D61-8DBF-483D-B2C3-6A2F5A3C1B0D}" type="presOf" srcId="{C3DFF362-9823-4FFF-9963-FF6533E1173B}" destId="{21E181B6-3FD8-4DAC-8298-5C17B4D5C3CD}" srcOrd="0" destOrd="2" presId="urn:microsoft.com/office/officeart/2005/8/layout/process3"/>
    <dgm:cxn modelId="{0983D168-D537-4A68-99AB-2355EE78EC1C}" srcId="{729818DC-1341-4A35-8637-D3A777AC3E87}" destId="{25F435A0-D841-4340-A1F1-5D649A8EFC27}" srcOrd="1" destOrd="0" parTransId="{B94FF2C4-5331-4735-8397-6B2B38B0E05E}" sibTransId="{F5D21AF6-8057-418C-B3F5-EE9ABC685516}"/>
    <dgm:cxn modelId="{CC1ACB83-4A04-410C-968B-4609C49E84D1}" type="presOf" srcId="{906A08C9-DD99-4AFF-AA20-AEFAF7A62956}" destId="{3E1AEA04-6E5B-48C8-A007-B09A7ACB56D7}" srcOrd="0" destOrd="3" presId="urn:microsoft.com/office/officeart/2005/8/layout/process3"/>
    <dgm:cxn modelId="{0D89F886-CAE4-4AAA-83D4-EF0338E0EAE3}" type="presOf" srcId="{2EDB9B3A-AA9B-4D90-88FB-3A672F339AE1}" destId="{10C42DA6-E5EC-432C-9EE3-A0B3DBD402BC}" srcOrd="0" destOrd="3" presId="urn:microsoft.com/office/officeart/2005/8/layout/process3"/>
    <dgm:cxn modelId="{2D564288-4284-45CE-8232-151068B56710}" type="presOf" srcId="{10CD0FB0-F964-47FE-8107-58FB77282F88}" destId="{3E1AEA04-6E5B-48C8-A007-B09A7ACB56D7}" srcOrd="0" destOrd="1" presId="urn:microsoft.com/office/officeart/2005/8/layout/process3"/>
    <dgm:cxn modelId="{DA669289-09BF-4800-9627-B2F40F7ED6C9}" srcId="{3C2AB5AB-129C-45E8-AB3F-B2E063D5FFA7}" destId="{2EDB9B3A-AA9B-4D90-88FB-3A672F339AE1}" srcOrd="3" destOrd="0" parTransId="{B2803E1D-60D6-427B-BC04-690C9C3DB5AA}" sibTransId="{9DC924BA-BB39-4EA0-86D6-724444D7A13A}"/>
    <dgm:cxn modelId="{0AAD318A-2703-4D23-9E7C-EA4385EC226D}" srcId="{3C2AB5AB-129C-45E8-AB3F-B2E063D5FFA7}" destId="{85A192D5-4BBB-4C3A-95B2-16030C638DC5}" srcOrd="2" destOrd="0" parTransId="{4B3EA7E9-6CDA-436B-B17C-7EBF0FF7F819}" sibTransId="{CC7108DD-A893-4298-9019-034C944AD5B7}"/>
    <dgm:cxn modelId="{F32F778A-8821-4133-AE8B-6AC6C1CA3B31}" type="presOf" srcId="{2A79F2AC-5078-4040-B225-0D20377FE91A}" destId="{ADD5CEE7-27C8-42DA-8252-6E15D178100A}" srcOrd="0" destOrd="0" presId="urn:microsoft.com/office/officeart/2005/8/layout/process3"/>
    <dgm:cxn modelId="{FE82DD8E-744B-4533-ABCE-16B6675508B4}" type="presOf" srcId="{729818DC-1341-4A35-8637-D3A777AC3E87}" destId="{E53EF5A2-9B51-4860-94D7-DCC04E9C7EA3}" srcOrd="1" destOrd="0" presId="urn:microsoft.com/office/officeart/2005/8/layout/process3"/>
    <dgm:cxn modelId="{B9F4498F-5302-49C5-8D1E-04DA80C27D8B}" srcId="{DE1A03B6-942F-4AC6-80BB-76731E8D619A}" destId="{2A79F2AC-5078-4040-B225-0D20377FE91A}" srcOrd="2" destOrd="0" parTransId="{25BF6886-A072-4D60-9A1A-8C9333F04790}" sibTransId="{47AE645E-3A8A-4EE9-9878-F13939902DBA}"/>
    <dgm:cxn modelId="{CACCFB8F-DA04-44F4-A781-682E470F71B6}" type="presOf" srcId="{64A19925-D214-4FAB-B3C9-2F981DA2DA0B}" destId="{47128B4D-493E-4820-9C21-A0EBC656A3CC}" srcOrd="1" destOrd="0" presId="urn:microsoft.com/office/officeart/2005/8/layout/process3"/>
    <dgm:cxn modelId="{7F11B496-6B5A-496F-B082-82B849EED1E7}" type="presOf" srcId="{729818DC-1341-4A35-8637-D3A777AC3E87}" destId="{32173E52-1296-4551-B90B-3F07AE8E0306}" srcOrd="0" destOrd="0" presId="urn:microsoft.com/office/officeart/2005/8/layout/process3"/>
    <dgm:cxn modelId="{7B0EB799-377F-4850-B15E-B48912C026A5}" srcId="{729818DC-1341-4A35-8637-D3A777AC3E87}" destId="{C9F96109-F746-41B8-A9C4-8F1EDFE06825}" srcOrd="5" destOrd="0" parTransId="{9AF33ED7-D8C0-40F1-877B-46C77AFE1015}" sibTransId="{E94264A1-D90E-4035-8064-CCDFF5D4F94C}"/>
    <dgm:cxn modelId="{FE297C9B-131E-4E5A-A7C4-9D5089A116DB}" srcId="{3C2AB5AB-129C-45E8-AB3F-B2E063D5FFA7}" destId="{7A8A64D0-750F-45B9-9EAD-210617E9E2B5}" srcOrd="1" destOrd="0" parTransId="{325F4CB3-B2BD-4AAA-A151-6672A4491B27}" sibTransId="{9E1E91B5-B5B5-4A7F-9F3A-657E5D507C3F}"/>
    <dgm:cxn modelId="{D21D749E-11B8-4294-AD48-2BB608FD642E}" type="presOf" srcId="{93F71054-EFD1-4B82-A06A-AAC7B279460D}" destId="{10C42DA6-E5EC-432C-9EE3-A0B3DBD402BC}" srcOrd="0" destOrd="4" presId="urn:microsoft.com/office/officeart/2005/8/layout/process3"/>
    <dgm:cxn modelId="{FD2555A0-BC6F-4062-8B1D-DC3432ACA439}" type="presOf" srcId="{3C2AB5AB-129C-45E8-AB3F-B2E063D5FFA7}" destId="{5E24D3A6-8425-4985-9887-3007A5739949}" srcOrd="1" destOrd="0" presId="urn:microsoft.com/office/officeart/2005/8/layout/process3"/>
    <dgm:cxn modelId="{34D78FA0-3425-459E-852E-62380C90BB7E}" srcId="{3C2AB5AB-129C-45E8-AB3F-B2E063D5FFA7}" destId="{93F71054-EFD1-4B82-A06A-AAC7B279460D}" srcOrd="4" destOrd="0" parTransId="{C21E914D-58E9-423E-B074-C72C1D7D2318}" sibTransId="{3D0FC75D-9BC9-4719-83A0-1EC64A5F672C}"/>
    <dgm:cxn modelId="{8C036EA7-174E-45BD-ABF1-FFFE4BFCC187}" type="presOf" srcId="{488BDB2D-2A42-4C8C-A46D-EDEEE03EAD4B}" destId="{183961AC-A0B8-430D-A843-DDA4C608F438}" srcOrd="1" destOrd="0" presId="urn:microsoft.com/office/officeart/2005/8/layout/process3"/>
    <dgm:cxn modelId="{DAF8DEAC-0727-4169-8648-A77D599AFDE8}" type="presOf" srcId="{3C2AB5AB-129C-45E8-AB3F-B2E063D5FFA7}" destId="{3B5AE309-7480-4D63-828A-A02F268BBCA1}" srcOrd="0" destOrd="0" presId="urn:microsoft.com/office/officeart/2005/8/layout/process3"/>
    <dgm:cxn modelId="{CF10E7AE-A657-413A-B730-F7B95F97EAE6}" type="presOf" srcId="{2A79F2AC-5078-4040-B225-0D20377FE91A}" destId="{47295986-DACE-425A-84B0-E664787F38E3}" srcOrd="1" destOrd="0" presId="urn:microsoft.com/office/officeart/2005/8/layout/process3"/>
    <dgm:cxn modelId="{812F40B7-B685-4E4A-911B-6B8AFBF6A891}" srcId="{729818DC-1341-4A35-8637-D3A777AC3E87}" destId="{06EDCDD7-C657-445C-A5EE-5ADA70880A51}" srcOrd="4" destOrd="0" parTransId="{2F22CB52-64C1-4D51-8DBF-BB08DC5E7D96}" sibTransId="{19DA4C63-CEEA-4E59-B744-6AAC6087568C}"/>
    <dgm:cxn modelId="{EC7A20BF-1A93-40D3-A099-98234F66C028}" type="presOf" srcId="{DE1A03B6-942F-4AC6-80BB-76731E8D619A}" destId="{D2804D6F-8D6A-4F26-B3AA-40B5BCF75FB4}" srcOrd="0" destOrd="0" presId="urn:microsoft.com/office/officeart/2005/8/layout/process3"/>
    <dgm:cxn modelId="{CC92E9C4-B50B-4DC6-B165-3DF8E37510A5}" srcId="{729818DC-1341-4A35-8637-D3A777AC3E87}" destId="{146CE24C-1C65-4A16-A600-DE980C859DD9}" srcOrd="0" destOrd="0" parTransId="{20CEFF71-889E-4703-9EBA-465A239D2749}" sibTransId="{3F143513-E1A2-44F9-8D40-991EF5BD685F}"/>
    <dgm:cxn modelId="{5B579AC6-4A02-49E3-AC97-F6BFF7EB3704}" srcId="{2A79F2AC-5078-4040-B225-0D20377FE91A}" destId="{10CD0FB0-F964-47FE-8107-58FB77282F88}" srcOrd="1" destOrd="0" parTransId="{81BB4A6B-C9F5-4AD8-8502-5F7CCF378D1E}" sibTransId="{0A905215-4212-4FEA-887E-4A28CD91897C}"/>
    <dgm:cxn modelId="{477487D0-32B6-4E98-AA72-D70598336074}" type="presOf" srcId="{7A8A64D0-750F-45B9-9EAD-210617E9E2B5}" destId="{10C42DA6-E5EC-432C-9EE3-A0B3DBD402BC}" srcOrd="0" destOrd="1" presId="urn:microsoft.com/office/officeart/2005/8/layout/process3"/>
    <dgm:cxn modelId="{07826DD5-B451-41E8-BD97-C2B924B491F3}" type="presOf" srcId="{64A19925-D214-4FAB-B3C9-2F981DA2DA0B}" destId="{97B330FB-580F-44AC-B8D7-C75FE33FD7C0}" srcOrd="0" destOrd="0" presId="urn:microsoft.com/office/officeart/2005/8/layout/process3"/>
    <dgm:cxn modelId="{56E7E4D7-96C1-4423-A771-E2CE13A2488E}" srcId="{2A79F2AC-5078-4040-B225-0D20377FE91A}" destId="{DFEB15FD-2194-47F0-8809-6ABBBB6D7A7E}" srcOrd="0" destOrd="0" parTransId="{5F2184DE-FF37-421D-B6A2-36E5D588C4E1}" sibTransId="{02E15070-D612-4335-9F73-FE8D6BAB765B}"/>
    <dgm:cxn modelId="{482C92D8-0C14-4129-8A19-4E2E07C2B7AF}" type="presOf" srcId="{DFEB15FD-2194-47F0-8809-6ABBBB6D7A7E}" destId="{3E1AEA04-6E5B-48C8-A007-B09A7ACB56D7}" srcOrd="0" destOrd="0" presId="urn:microsoft.com/office/officeart/2005/8/layout/process3"/>
    <dgm:cxn modelId="{6F9E66E1-7BBF-4C02-B8D5-0341BBEF30AA}" type="presOf" srcId="{146CE24C-1C65-4A16-A600-DE980C859DD9}" destId="{21E181B6-3FD8-4DAC-8298-5C17B4D5C3CD}" srcOrd="0" destOrd="0" presId="urn:microsoft.com/office/officeart/2005/8/layout/process3"/>
    <dgm:cxn modelId="{D36111E3-8E7F-4DEF-BF3C-F359A376CCE7}" srcId="{729818DC-1341-4A35-8637-D3A777AC3E87}" destId="{99FB9980-8AE1-41F4-A26B-469AD6F82C5B}" srcOrd="6" destOrd="0" parTransId="{298E8F3A-5B4A-40DD-99F7-3DE2C859743F}" sibTransId="{07E2469C-AC1D-4C73-BB97-AC2BEB15C1E1}"/>
    <dgm:cxn modelId="{C339D9E7-8686-4CD1-846C-1DA900E9D900}" type="presOf" srcId="{85A192D5-4BBB-4C3A-95B2-16030C638DC5}" destId="{10C42DA6-E5EC-432C-9EE3-A0B3DBD402BC}" srcOrd="0" destOrd="2" presId="urn:microsoft.com/office/officeart/2005/8/layout/process3"/>
    <dgm:cxn modelId="{743BBBEA-7B36-4865-BD51-337F95FD4352}" type="presOf" srcId="{126AF485-0AC1-405C-9F7E-CC6D5C3CE58F}" destId="{3E1AEA04-6E5B-48C8-A007-B09A7ACB56D7}" srcOrd="0" destOrd="2" presId="urn:microsoft.com/office/officeart/2005/8/layout/process3"/>
    <dgm:cxn modelId="{C80CA2F9-EF80-43C5-85CB-DFB5B9DBFA41}" srcId="{3C2AB5AB-129C-45E8-AB3F-B2E063D5FFA7}" destId="{A35A2B80-F5F7-404F-BA73-398735E4BA2C}" srcOrd="0" destOrd="0" parTransId="{51C69587-6425-41F8-AB94-FABEB78B19AC}" sibTransId="{6842B20C-0753-4B38-B4D1-568764A2E096}"/>
    <dgm:cxn modelId="{905ECDFD-0151-4CA3-BF3C-58469A28399C}" srcId="{2A79F2AC-5078-4040-B225-0D20377FE91A}" destId="{906A08C9-DD99-4AFF-AA20-AEFAF7A62956}" srcOrd="3" destOrd="0" parTransId="{8966DBCE-2EFB-4C60-8C18-97620A549E6B}" sibTransId="{F15B2A55-1E80-4377-8982-F0B43115915F}"/>
    <dgm:cxn modelId="{D333FBFD-0AD3-48E9-9FDB-6EECB10A7612}" type="presOf" srcId="{C9F96109-F746-41B8-A9C4-8F1EDFE06825}" destId="{21E181B6-3FD8-4DAC-8298-5C17B4D5C3CD}" srcOrd="0" destOrd="5" presId="urn:microsoft.com/office/officeart/2005/8/layout/process3"/>
    <dgm:cxn modelId="{E08F2E52-F1A1-407C-AAB0-5D5BF741037C}" type="presParOf" srcId="{D2804D6F-8D6A-4F26-B3AA-40B5BCF75FB4}" destId="{CDF2C51C-7D96-4615-8EE5-902DE3D5F59A}" srcOrd="0" destOrd="0" presId="urn:microsoft.com/office/officeart/2005/8/layout/process3"/>
    <dgm:cxn modelId="{BC2171FB-56C8-474D-8773-5FDBEFA9F66B}" type="presParOf" srcId="{CDF2C51C-7D96-4615-8EE5-902DE3D5F59A}" destId="{3B5AE309-7480-4D63-828A-A02F268BBCA1}" srcOrd="0" destOrd="0" presId="urn:microsoft.com/office/officeart/2005/8/layout/process3"/>
    <dgm:cxn modelId="{262072C3-6C43-4D9B-AC9D-EB058AE75BA2}" type="presParOf" srcId="{CDF2C51C-7D96-4615-8EE5-902DE3D5F59A}" destId="{5E24D3A6-8425-4985-9887-3007A5739949}" srcOrd="1" destOrd="0" presId="urn:microsoft.com/office/officeart/2005/8/layout/process3"/>
    <dgm:cxn modelId="{1E265812-5AA9-436B-9217-BB968D907EE7}" type="presParOf" srcId="{CDF2C51C-7D96-4615-8EE5-902DE3D5F59A}" destId="{10C42DA6-E5EC-432C-9EE3-A0B3DBD402BC}" srcOrd="2" destOrd="0" presId="urn:microsoft.com/office/officeart/2005/8/layout/process3"/>
    <dgm:cxn modelId="{D6463AB7-0A4C-4D5E-A4FD-AC149B2815E7}" type="presParOf" srcId="{D2804D6F-8D6A-4F26-B3AA-40B5BCF75FB4}" destId="{5E6ADCBE-372D-4BA9-A979-5A31ECDCDC40}" srcOrd="1" destOrd="0" presId="urn:microsoft.com/office/officeart/2005/8/layout/process3"/>
    <dgm:cxn modelId="{7FC85009-C270-4771-B67A-5342028019F9}" type="presParOf" srcId="{5E6ADCBE-372D-4BA9-A979-5A31ECDCDC40}" destId="{183961AC-A0B8-430D-A843-DDA4C608F438}" srcOrd="0" destOrd="0" presId="urn:microsoft.com/office/officeart/2005/8/layout/process3"/>
    <dgm:cxn modelId="{E65040F3-D113-431E-BDBF-8F9ECA109CFC}" type="presParOf" srcId="{D2804D6F-8D6A-4F26-B3AA-40B5BCF75FB4}" destId="{2E8942A8-400E-4554-B31F-AB508087AFC9}" srcOrd="2" destOrd="0" presId="urn:microsoft.com/office/officeart/2005/8/layout/process3"/>
    <dgm:cxn modelId="{FCABCCF1-B9F4-4433-99FD-7E803CE13A80}" type="presParOf" srcId="{2E8942A8-400E-4554-B31F-AB508087AFC9}" destId="{32173E52-1296-4551-B90B-3F07AE8E0306}" srcOrd="0" destOrd="0" presId="urn:microsoft.com/office/officeart/2005/8/layout/process3"/>
    <dgm:cxn modelId="{EA53D431-4E70-4D47-AD5B-D7F261403F71}" type="presParOf" srcId="{2E8942A8-400E-4554-B31F-AB508087AFC9}" destId="{E53EF5A2-9B51-4860-94D7-DCC04E9C7EA3}" srcOrd="1" destOrd="0" presId="urn:microsoft.com/office/officeart/2005/8/layout/process3"/>
    <dgm:cxn modelId="{EAE042A2-4DAD-4F65-AF2A-6FA5C3773156}" type="presParOf" srcId="{2E8942A8-400E-4554-B31F-AB508087AFC9}" destId="{21E181B6-3FD8-4DAC-8298-5C17B4D5C3CD}" srcOrd="2" destOrd="0" presId="urn:microsoft.com/office/officeart/2005/8/layout/process3"/>
    <dgm:cxn modelId="{54191651-9714-446A-89D3-60A5F582677F}" type="presParOf" srcId="{D2804D6F-8D6A-4F26-B3AA-40B5BCF75FB4}" destId="{97B330FB-580F-44AC-B8D7-C75FE33FD7C0}" srcOrd="3" destOrd="0" presId="urn:microsoft.com/office/officeart/2005/8/layout/process3"/>
    <dgm:cxn modelId="{21801C49-8F8D-4CCD-8ACE-AF85CD21604E}" type="presParOf" srcId="{97B330FB-580F-44AC-B8D7-C75FE33FD7C0}" destId="{47128B4D-493E-4820-9C21-A0EBC656A3CC}" srcOrd="0" destOrd="0" presId="urn:microsoft.com/office/officeart/2005/8/layout/process3"/>
    <dgm:cxn modelId="{6B15ACAB-8573-40FD-800D-5EE5DD6E0521}" type="presParOf" srcId="{D2804D6F-8D6A-4F26-B3AA-40B5BCF75FB4}" destId="{F7D49382-3373-415B-873D-27A00D15CB86}" srcOrd="4" destOrd="0" presId="urn:microsoft.com/office/officeart/2005/8/layout/process3"/>
    <dgm:cxn modelId="{7B6F17E2-F405-4387-BE3B-B95F6A1F15BA}" type="presParOf" srcId="{F7D49382-3373-415B-873D-27A00D15CB86}" destId="{ADD5CEE7-27C8-42DA-8252-6E15D178100A}" srcOrd="0" destOrd="0" presId="urn:microsoft.com/office/officeart/2005/8/layout/process3"/>
    <dgm:cxn modelId="{E582F458-F458-444D-8C3A-74C2C4231B16}" type="presParOf" srcId="{F7D49382-3373-415B-873D-27A00D15CB86}" destId="{47295986-DACE-425A-84B0-E664787F38E3}" srcOrd="1" destOrd="0" presId="urn:microsoft.com/office/officeart/2005/8/layout/process3"/>
    <dgm:cxn modelId="{5D47F96F-B08B-47CA-BB42-B960219A0158}" type="presParOf" srcId="{F7D49382-3373-415B-873D-27A00D15CB86}" destId="{3E1AEA04-6E5B-48C8-A007-B09A7ACB56D7}"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E1A03B6-942F-4AC6-80BB-76731E8D619A}"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GB"/>
        </a:p>
      </dgm:t>
    </dgm:pt>
    <dgm:pt modelId="{3C2AB5AB-129C-45E8-AB3F-B2E063D5FFA7}">
      <dgm:prSet phldrT="[Text]"/>
      <dgm:spPr/>
      <dgm:t>
        <a:bodyPr/>
        <a:lstStyle/>
        <a:p>
          <a:r>
            <a:rPr lang="en-GB" dirty="0"/>
            <a:t>Artifacts</a:t>
          </a:r>
        </a:p>
      </dgm:t>
    </dgm:pt>
    <dgm:pt modelId="{5F20E94D-C07C-47E6-B04A-399C6C7EB5FC}" type="parTrans" cxnId="{B9C71534-3795-4F15-BF9E-441E1E2CDE0B}">
      <dgm:prSet/>
      <dgm:spPr/>
      <dgm:t>
        <a:bodyPr/>
        <a:lstStyle/>
        <a:p>
          <a:endParaRPr lang="en-GB"/>
        </a:p>
      </dgm:t>
    </dgm:pt>
    <dgm:pt modelId="{488BDB2D-2A42-4C8C-A46D-EDEEE03EAD4B}" type="sibTrans" cxnId="{B9C71534-3795-4F15-BF9E-441E1E2CDE0B}">
      <dgm:prSet/>
      <dgm:spPr>
        <a:solidFill>
          <a:schemeClr val="tx2"/>
        </a:solidFill>
      </dgm:spPr>
      <dgm:t>
        <a:bodyPr/>
        <a:lstStyle/>
        <a:p>
          <a:endParaRPr lang="en-GB"/>
        </a:p>
      </dgm:t>
    </dgm:pt>
    <dgm:pt modelId="{A35A2B80-F5F7-404F-BA73-398735E4BA2C}">
      <dgm:prSet phldrT="[Text]"/>
      <dgm:spPr/>
      <dgm:t>
        <a:bodyPr/>
        <a:lstStyle/>
        <a:p>
          <a:r>
            <a:rPr lang="en-GB" dirty="0"/>
            <a:t>Solutions</a:t>
          </a:r>
        </a:p>
      </dgm:t>
    </dgm:pt>
    <dgm:pt modelId="{51C69587-6425-41F8-AB94-FABEB78B19AC}" type="parTrans" cxnId="{C80CA2F9-EF80-43C5-85CB-DFB5B9DBFA41}">
      <dgm:prSet/>
      <dgm:spPr/>
      <dgm:t>
        <a:bodyPr/>
        <a:lstStyle/>
        <a:p>
          <a:endParaRPr lang="en-GB"/>
        </a:p>
      </dgm:t>
    </dgm:pt>
    <dgm:pt modelId="{6842B20C-0753-4B38-B4D1-568764A2E096}" type="sibTrans" cxnId="{C80CA2F9-EF80-43C5-85CB-DFB5B9DBFA41}">
      <dgm:prSet/>
      <dgm:spPr/>
      <dgm:t>
        <a:bodyPr/>
        <a:lstStyle/>
        <a:p>
          <a:endParaRPr lang="en-GB"/>
        </a:p>
      </dgm:t>
    </dgm:pt>
    <dgm:pt modelId="{729818DC-1341-4A35-8637-D3A777AC3E87}">
      <dgm:prSet phldrT="[Text]"/>
      <dgm:spPr/>
      <dgm:t>
        <a:bodyPr/>
        <a:lstStyle/>
        <a:p>
          <a:r>
            <a:rPr lang="en-GB" dirty="0"/>
            <a:t>Release</a:t>
          </a:r>
        </a:p>
      </dgm:t>
    </dgm:pt>
    <dgm:pt modelId="{B834ECB9-49A9-4BF9-A956-DD685C81D9BE}" type="parTrans" cxnId="{27839E0A-22C1-4626-BC18-605028B5B3C1}">
      <dgm:prSet/>
      <dgm:spPr/>
      <dgm:t>
        <a:bodyPr/>
        <a:lstStyle/>
        <a:p>
          <a:endParaRPr lang="en-GB"/>
        </a:p>
      </dgm:t>
    </dgm:pt>
    <dgm:pt modelId="{64A19925-D214-4FAB-B3C9-2F981DA2DA0B}" type="sibTrans" cxnId="{27839E0A-22C1-4626-BC18-605028B5B3C1}">
      <dgm:prSet/>
      <dgm:spPr>
        <a:solidFill>
          <a:schemeClr val="tx2"/>
        </a:solidFill>
      </dgm:spPr>
      <dgm:t>
        <a:bodyPr/>
        <a:lstStyle/>
        <a:p>
          <a:endParaRPr lang="en-GB"/>
        </a:p>
      </dgm:t>
    </dgm:pt>
    <dgm:pt modelId="{146CE24C-1C65-4A16-A600-DE980C859DD9}">
      <dgm:prSet phldrT="[Text]"/>
      <dgm:spPr/>
      <dgm:t>
        <a:bodyPr/>
        <a:lstStyle/>
        <a:p>
          <a:r>
            <a:rPr lang="en-GB" dirty="0"/>
            <a:t>Approvals</a:t>
          </a:r>
        </a:p>
      </dgm:t>
    </dgm:pt>
    <dgm:pt modelId="{20CEFF71-889E-4703-9EBA-465A239D2749}" type="parTrans" cxnId="{CC92E9C4-B50B-4DC6-B165-3DF8E37510A5}">
      <dgm:prSet/>
      <dgm:spPr/>
      <dgm:t>
        <a:bodyPr/>
        <a:lstStyle/>
        <a:p>
          <a:endParaRPr lang="en-GB"/>
        </a:p>
      </dgm:t>
    </dgm:pt>
    <dgm:pt modelId="{3F143513-E1A2-44F9-8D40-991EF5BD685F}" type="sibTrans" cxnId="{CC92E9C4-B50B-4DC6-B165-3DF8E37510A5}">
      <dgm:prSet/>
      <dgm:spPr/>
      <dgm:t>
        <a:bodyPr/>
        <a:lstStyle/>
        <a:p>
          <a:endParaRPr lang="en-GB"/>
        </a:p>
      </dgm:t>
    </dgm:pt>
    <dgm:pt modelId="{2A79F2AC-5078-4040-B225-0D20377FE91A}">
      <dgm:prSet phldrT="[Text]"/>
      <dgm:spPr/>
      <dgm:t>
        <a:bodyPr/>
        <a:lstStyle/>
        <a:p>
          <a:r>
            <a:rPr lang="en-GB" dirty="0"/>
            <a:t>Environments</a:t>
          </a:r>
        </a:p>
      </dgm:t>
    </dgm:pt>
    <dgm:pt modelId="{25BF6886-A072-4D60-9A1A-8C9333F04790}" type="parTrans" cxnId="{B9F4498F-5302-49C5-8D1E-04DA80C27D8B}">
      <dgm:prSet/>
      <dgm:spPr/>
      <dgm:t>
        <a:bodyPr/>
        <a:lstStyle/>
        <a:p>
          <a:endParaRPr lang="en-GB"/>
        </a:p>
      </dgm:t>
    </dgm:pt>
    <dgm:pt modelId="{47AE645E-3A8A-4EE9-9878-F13939902DBA}" type="sibTrans" cxnId="{B9F4498F-5302-49C5-8D1E-04DA80C27D8B}">
      <dgm:prSet/>
      <dgm:spPr/>
      <dgm:t>
        <a:bodyPr/>
        <a:lstStyle/>
        <a:p>
          <a:endParaRPr lang="en-GB"/>
        </a:p>
      </dgm:t>
    </dgm:pt>
    <dgm:pt modelId="{DFEB15FD-2194-47F0-8809-6ABBBB6D7A7E}">
      <dgm:prSet phldrT="[Text]"/>
      <dgm:spPr/>
      <dgm:t>
        <a:bodyPr/>
        <a:lstStyle/>
        <a:p>
          <a:r>
            <a:rPr lang="en-GB" dirty="0"/>
            <a:t>Test</a:t>
          </a:r>
        </a:p>
      </dgm:t>
    </dgm:pt>
    <dgm:pt modelId="{5F2184DE-FF37-421D-B6A2-36E5D588C4E1}" type="parTrans" cxnId="{56E7E4D7-96C1-4423-A771-E2CE13A2488E}">
      <dgm:prSet/>
      <dgm:spPr/>
      <dgm:t>
        <a:bodyPr/>
        <a:lstStyle/>
        <a:p>
          <a:endParaRPr lang="en-GB"/>
        </a:p>
      </dgm:t>
    </dgm:pt>
    <dgm:pt modelId="{02E15070-D612-4335-9F73-FE8D6BAB765B}" type="sibTrans" cxnId="{56E7E4D7-96C1-4423-A771-E2CE13A2488E}">
      <dgm:prSet/>
      <dgm:spPr/>
      <dgm:t>
        <a:bodyPr/>
        <a:lstStyle/>
        <a:p>
          <a:endParaRPr lang="en-GB"/>
        </a:p>
      </dgm:t>
    </dgm:pt>
    <dgm:pt modelId="{10CD0FB0-F964-47FE-8107-58FB77282F88}">
      <dgm:prSet phldrT="[Text]"/>
      <dgm:spPr/>
      <dgm:t>
        <a:bodyPr/>
        <a:lstStyle/>
        <a:p>
          <a:r>
            <a:rPr lang="en-GB" dirty="0"/>
            <a:t>SIT</a:t>
          </a:r>
        </a:p>
      </dgm:t>
    </dgm:pt>
    <dgm:pt modelId="{81BB4A6B-C9F5-4AD8-8502-5F7CCF378D1E}" type="parTrans" cxnId="{5B579AC6-4A02-49E3-AC97-F6BFF7EB3704}">
      <dgm:prSet/>
      <dgm:spPr/>
      <dgm:t>
        <a:bodyPr/>
        <a:lstStyle/>
        <a:p>
          <a:endParaRPr lang="en-GB"/>
        </a:p>
      </dgm:t>
    </dgm:pt>
    <dgm:pt modelId="{0A905215-4212-4FEA-887E-4A28CD91897C}" type="sibTrans" cxnId="{5B579AC6-4A02-49E3-AC97-F6BFF7EB3704}">
      <dgm:prSet/>
      <dgm:spPr/>
      <dgm:t>
        <a:bodyPr/>
        <a:lstStyle/>
        <a:p>
          <a:endParaRPr lang="en-GB"/>
        </a:p>
      </dgm:t>
    </dgm:pt>
    <dgm:pt modelId="{126AF485-0AC1-405C-9F7E-CC6D5C3CE58F}">
      <dgm:prSet phldrT="[Text]"/>
      <dgm:spPr/>
      <dgm:t>
        <a:bodyPr/>
        <a:lstStyle/>
        <a:p>
          <a:r>
            <a:rPr lang="en-GB" dirty="0"/>
            <a:t>UAT</a:t>
          </a:r>
        </a:p>
      </dgm:t>
    </dgm:pt>
    <dgm:pt modelId="{9520D2CB-E00D-4193-B142-E3AB6C6E615D}" type="parTrans" cxnId="{24D4C815-221F-431F-B161-FAE9D41C7996}">
      <dgm:prSet/>
      <dgm:spPr/>
      <dgm:t>
        <a:bodyPr/>
        <a:lstStyle/>
        <a:p>
          <a:endParaRPr lang="en-GB"/>
        </a:p>
      </dgm:t>
    </dgm:pt>
    <dgm:pt modelId="{CE01D0A9-B9A3-4AD5-8167-1990E75012EE}" type="sibTrans" cxnId="{24D4C815-221F-431F-B161-FAE9D41C7996}">
      <dgm:prSet/>
      <dgm:spPr/>
      <dgm:t>
        <a:bodyPr/>
        <a:lstStyle/>
        <a:p>
          <a:endParaRPr lang="en-GB"/>
        </a:p>
      </dgm:t>
    </dgm:pt>
    <dgm:pt modelId="{906A08C9-DD99-4AFF-AA20-AEFAF7A62956}">
      <dgm:prSet phldrT="[Text]"/>
      <dgm:spPr/>
      <dgm:t>
        <a:bodyPr/>
        <a:lstStyle/>
        <a:p>
          <a:r>
            <a:rPr lang="en-GB" dirty="0"/>
            <a:t>OAT</a:t>
          </a:r>
        </a:p>
      </dgm:t>
    </dgm:pt>
    <dgm:pt modelId="{8966DBCE-2EFB-4C60-8C18-97620A549E6B}" type="parTrans" cxnId="{905ECDFD-0151-4CA3-BF3C-58469A28399C}">
      <dgm:prSet/>
      <dgm:spPr/>
      <dgm:t>
        <a:bodyPr/>
        <a:lstStyle/>
        <a:p>
          <a:endParaRPr lang="en-GB"/>
        </a:p>
      </dgm:t>
    </dgm:pt>
    <dgm:pt modelId="{F15B2A55-1E80-4377-8982-F0B43115915F}" type="sibTrans" cxnId="{905ECDFD-0151-4CA3-BF3C-58469A28399C}">
      <dgm:prSet/>
      <dgm:spPr/>
      <dgm:t>
        <a:bodyPr/>
        <a:lstStyle/>
        <a:p>
          <a:endParaRPr lang="en-GB"/>
        </a:p>
      </dgm:t>
    </dgm:pt>
    <dgm:pt modelId="{1F28B47D-CC2F-41C0-AFB6-236FB8EDC888}">
      <dgm:prSet/>
      <dgm:spPr/>
      <dgm:t>
        <a:bodyPr/>
        <a:lstStyle/>
        <a:p>
          <a:r>
            <a:rPr lang="en-GB" dirty="0"/>
            <a:t>Packages</a:t>
          </a:r>
        </a:p>
      </dgm:t>
    </dgm:pt>
    <dgm:pt modelId="{BE9CA30B-EB00-4D3B-B837-2757906C4D22}" type="parTrans" cxnId="{2E9DDA3E-D7C9-433F-8B5C-9E9A50B2E0C0}">
      <dgm:prSet/>
      <dgm:spPr/>
      <dgm:t>
        <a:bodyPr/>
        <a:lstStyle/>
        <a:p>
          <a:endParaRPr lang="en-GB"/>
        </a:p>
      </dgm:t>
    </dgm:pt>
    <dgm:pt modelId="{D9B3E0E8-D9B9-42E9-8FF6-C70EA91F62E7}" type="sibTrans" cxnId="{2E9DDA3E-D7C9-433F-8B5C-9E9A50B2E0C0}">
      <dgm:prSet/>
      <dgm:spPr/>
      <dgm:t>
        <a:bodyPr/>
        <a:lstStyle/>
        <a:p>
          <a:endParaRPr lang="en-GB"/>
        </a:p>
      </dgm:t>
    </dgm:pt>
    <dgm:pt modelId="{FBA2E943-9C28-4927-AACA-EB33912D2FFC}">
      <dgm:prSet/>
      <dgm:spPr/>
      <dgm:t>
        <a:bodyPr/>
        <a:lstStyle/>
        <a:p>
          <a:r>
            <a:rPr lang="en-GB" dirty="0"/>
            <a:t>Data</a:t>
          </a:r>
        </a:p>
      </dgm:t>
    </dgm:pt>
    <dgm:pt modelId="{ACA46B8B-683D-4B0C-AE7C-02CFBB96C8AD}" type="parTrans" cxnId="{7B13FCE3-53F1-461F-8B9A-338025CE94EE}">
      <dgm:prSet/>
      <dgm:spPr/>
      <dgm:t>
        <a:bodyPr/>
        <a:lstStyle/>
        <a:p>
          <a:endParaRPr lang="en-GB"/>
        </a:p>
      </dgm:t>
    </dgm:pt>
    <dgm:pt modelId="{064E41D4-8A4E-4C6F-AD96-2E643AB8ADDF}" type="sibTrans" cxnId="{7B13FCE3-53F1-461F-8B9A-338025CE94EE}">
      <dgm:prSet/>
      <dgm:spPr/>
      <dgm:t>
        <a:bodyPr/>
        <a:lstStyle/>
        <a:p>
          <a:endParaRPr lang="en-GB"/>
        </a:p>
      </dgm:t>
    </dgm:pt>
    <dgm:pt modelId="{EA4642D8-6410-49BA-8804-12EDE38A747A}">
      <dgm:prSet/>
      <dgm:spPr/>
      <dgm:t>
        <a:bodyPr/>
        <a:lstStyle/>
        <a:p>
          <a:r>
            <a:rPr lang="en-GB" dirty="0"/>
            <a:t>Tests</a:t>
          </a:r>
        </a:p>
      </dgm:t>
    </dgm:pt>
    <dgm:pt modelId="{126C1E3B-53D2-4EAB-83DF-C0460A50E549}" type="parTrans" cxnId="{47A26AE8-FBA2-4C16-889D-2E35D695795E}">
      <dgm:prSet/>
      <dgm:spPr/>
      <dgm:t>
        <a:bodyPr/>
        <a:lstStyle/>
        <a:p>
          <a:endParaRPr lang="en-GB"/>
        </a:p>
      </dgm:t>
    </dgm:pt>
    <dgm:pt modelId="{D197E42E-4AD7-4824-A683-788AD552FCE5}" type="sibTrans" cxnId="{47A26AE8-FBA2-4C16-889D-2E35D695795E}">
      <dgm:prSet/>
      <dgm:spPr/>
      <dgm:t>
        <a:bodyPr/>
        <a:lstStyle/>
        <a:p>
          <a:endParaRPr lang="en-GB"/>
        </a:p>
      </dgm:t>
    </dgm:pt>
    <dgm:pt modelId="{4D3355A4-388A-4E52-85E1-32F21EF710D3}">
      <dgm:prSet phldrT="[Text]"/>
      <dgm:spPr/>
      <dgm:t>
        <a:bodyPr/>
        <a:lstStyle/>
        <a:p>
          <a:r>
            <a:rPr lang="en-GB" dirty="0"/>
            <a:t>Backup/Rollback</a:t>
          </a:r>
        </a:p>
      </dgm:t>
    </dgm:pt>
    <dgm:pt modelId="{7A881F0D-50F4-4303-B857-EC9890E4220A}" type="parTrans" cxnId="{4FCD8230-DF46-46B0-B02A-8B28A10EE7DA}">
      <dgm:prSet/>
      <dgm:spPr/>
      <dgm:t>
        <a:bodyPr/>
        <a:lstStyle/>
        <a:p>
          <a:endParaRPr lang="en-GB"/>
        </a:p>
      </dgm:t>
    </dgm:pt>
    <dgm:pt modelId="{E92C8647-9BFD-4B18-A356-74347ACBBD06}" type="sibTrans" cxnId="{4FCD8230-DF46-46B0-B02A-8B28A10EE7DA}">
      <dgm:prSet/>
      <dgm:spPr/>
      <dgm:t>
        <a:bodyPr/>
        <a:lstStyle/>
        <a:p>
          <a:endParaRPr lang="en-GB"/>
        </a:p>
      </dgm:t>
    </dgm:pt>
    <dgm:pt modelId="{D93C29AF-4E73-4C71-B267-2481B94FAB63}">
      <dgm:prSet phldrT="[Text]"/>
      <dgm:spPr/>
      <dgm:t>
        <a:bodyPr/>
        <a:lstStyle/>
        <a:p>
          <a:r>
            <a:rPr lang="en-GB" dirty="0"/>
            <a:t>Provision Environments</a:t>
          </a:r>
        </a:p>
      </dgm:t>
    </dgm:pt>
    <dgm:pt modelId="{B61D3ED6-BE19-46AD-AA91-385CA49C2BCA}" type="parTrans" cxnId="{BB80C341-436E-44F2-A923-CFF6AF4A2849}">
      <dgm:prSet/>
      <dgm:spPr/>
      <dgm:t>
        <a:bodyPr/>
        <a:lstStyle/>
        <a:p>
          <a:endParaRPr lang="en-GB"/>
        </a:p>
      </dgm:t>
    </dgm:pt>
    <dgm:pt modelId="{332569B5-C231-4BED-BCA2-F29DCFC46DCC}" type="sibTrans" cxnId="{BB80C341-436E-44F2-A923-CFF6AF4A2849}">
      <dgm:prSet/>
      <dgm:spPr/>
      <dgm:t>
        <a:bodyPr/>
        <a:lstStyle/>
        <a:p>
          <a:endParaRPr lang="en-GB"/>
        </a:p>
      </dgm:t>
    </dgm:pt>
    <dgm:pt modelId="{38CABA7B-C936-4B33-9142-B6BA85191A9D}">
      <dgm:prSet phldrT="[Text]"/>
      <dgm:spPr/>
      <dgm:t>
        <a:bodyPr/>
        <a:lstStyle/>
        <a:p>
          <a:r>
            <a:rPr lang="en-GB" dirty="0"/>
            <a:t>Import Solutions</a:t>
          </a:r>
        </a:p>
      </dgm:t>
    </dgm:pt>
    <dgm:pt modelId="{B8F5CB22-FE4A-46A7-87F4-F5D5111EF4AA}" type="parTrans" cxnId="{071618F8-8396-4193-9261-DFC1A11D3A03}">
      <dgm:prSet/>
      <dgm:spPr/>
      <dgm:t>
        <a:bodyPr/>
        <a:lstStyle/>
        <a:p>
          <a:endParaRPr lang="en-GB"/>
        </a:p>
      </dgm:t>
    </dgm:pt>
    <dgm:pt modelId="{3689CC6D-9C9E-4E78-9341-C7EE2E3AB1FC}" type="sibTrans" cxnId="{071618F8-8396-4193-9261-DFC1A11D3A03}">
      <dgm:prSet/>
      <dgm:spPr/>
      <dgm:t>
        <a:bodyPr/>
        <a:lstStyle/>
        <a:p>
          <a:endParaRPr lang="en-GB"/>
        </a:p>
      </dgm:t>
    </dgm:pt>
    <dgm:pt modelId="{814FE300-628C-4BBC-8333-CB051A7DC9DF}">
      <dgm:prSet phldrT="[Text]"/>
      <dgm:spPr/>
      <dgm:t>
        <a:bodyPr/>
        <a:lstStyle/>
        <a:p>
          <a:r>
            <a:rPr lang="en-GB" dirty="0"/>
            <a:t>Execute Packages</a:t>
          </a:r>
        </a:p>
      </dgm:t>
    </dgm:pt>
    <dgm:pt modelId="{EFFB84BC-62A7-4DC1-BE65-185B989FEE87}" type="parTrans" cxnId="{EF926CEF-7C1E-4E54-BFC5-8CC0D77261A8}">
      <dgm:prSet/>
      <dgm:spPr/>
      <dgm:t>
        <a:bodyPr/>
        <a:lstStyle/>
        <a:p>
          <a:endParaRPr lang="en-GB"/>
        </a:p>
      </dgm:t>
    </dgm:pt>
    <dgm:pt modelId="{B33E61F5-7102-4BD2-8CCE-BC4EB3930B54}" type="sibTrans" cxnId="{EF926CEF-7C1E-4E54-BFC5-8CC0D77261A8}">
      <dgm:prSet/>
      <dgm:spPr/>
      <dgm:t>
        <a:bodyPr/>
        <a:lstStyle/>
        <a:p>
          <a:endParaRPr lang="en-GB"/>
        </a:p>
      </dgm:t>
    </dgm:pt>
    <dgm:pt modelId="{26DF6FB2-1631-4CEB-9806-8B39E2EBC22C}">
      <dgm:prSet phldrT="[Text]"/>
      <dgm:spPr/>
      <dgm:t>
        <a:bodyPr/>
        <a:lstStyle/>
        <a:p>
          <a:r>
            <a:rPr lang="en-GB" dirty="0"/>
            <a:t>Import Data</a:t>
          </a:r>
        </a:p>
      </dgm:t>
    </dgm:pt>
    <dgm:pt modelId="{315E9D56-F7A6-47A9-908E-095E4812FAA4}" type="parTrans" cxnId="{12DBFACC-824A-4D74-9D5C-74DF7A9D9F6A}">
      <dgm:prSet/>
      <dgm:spPr/>
      <dgm:t>
        <a:bodyPr/>
        <a:lstStyle/>
        <a:p>
          <a:endParaRPr lang="en-GB"/>
        </a:p>
      </dgm:t>
    </dgm:pt>
    <dgm:pt modelId="{38EA71A0-5DAC-4098-BF93-6EE8FA3D08CD}" type="sibTrans" cxnId="{12DBFACC-824A-4D74-9D5C-74DF7A9D9F6A}">
      <dgm:prSet/>
      <dgm:spPr/>
      <dgm:t>
        <a:bodyPr/>
        <a:lstStyle/>
        <a:p>
          <a:endParaRPr lang="en-GB"/>
        </a:p>
      </dgm:t>
    </dgm:pt>
    <dgm:pt modelId="{BE65191F-45D5-4DA5-A055-2090826717D9}">
      <dgm:prSet phldrT="[Text]"/>
      <dgm:spPr/>
      <dgm:t>
        <a:bodyPr/>
        <a:lstStyle/>
        <a:p>
          <a:r>
            <a:rPr lang="en-GB" dirty="0"/>
            <a:t>Additional Steps</a:t>
          </a:r>
        </a:p>
      </dgm:t>
    </dgm:pt>
    <dgm:pt modelId="{EB4752A4-F659-4D88-8B8D-75E6447F6832}" type="parTrans" cxnId="{258A6A2A-1E5D-4C19-81A6-A2EBC208D34E}">
      <dgm:prSet/>
      <dgm:spPr/>
      <dgm:t>
        <a:bodyPr/>
        <a:lstStyle/>
        <a:p>
          <a:endParaRPr lang="en-GB"/>
        </a:p>
      </dgm:t>
    </dgm:pt>
    <dgm:pt modelId="{3B7A34C1-09EB-4EF9-B7F3-212606570E42}" type="sibTrans" cxnId="{258A6A2A-1E5D-4C19-81A6-A2EBC208D34E}">
      <dgm:prSet/>
      <dgm:spPr/>
      <dgm:t>
        <a:bodyPr/>
        <a:lstStyle/>
        <a:p>
          <a:endParaRPr lang="en-GB"/>
        </a:p>
      </dgm:t>
    </dgm:pt>
    <dgm:pt modelId="{D5A8F026-7142-42F1-AFC2-7347F4BE6F7A}">
      <dgm:prSet phldrT="[Text]"/>
      <dgm:spPr/>
      <dgm:t>
        <a:bodyPr/>
        <a:lstStyle/>
        <a:p>
          <a:r>
            <a:rPr lang="en-GB" dirty="0"/>
            <a:t>Execute Tests</a:t>
          </a:r>
        </a:p>
      </dgm:t>
    </dgm:pt>
    <dgm:pt modelId="{A05C2651-41C7-4AB1-AFEF-C60B47E2B541}" type="parTrans" cxnId="{A07779CA-1BD7-4FE5-9E0F-739AB43A860C}">
      <dgm:prSet/>
      <dgm:spPr/>
      <dgm:t>
        <a:bodyPr/>
        <a:lstStyle/>
        <a:p>
          <a:endParaRPr lang="en-GB"/>
        </a:p>
      </dgm:t>
    </dgm:pt>
    <dgm:pt modelId="{31D3583F-1203-4D45-AF8E-2DE85EC1D032}" type="sibTrans" cxnId="{A07779CA-1BD7-4FE5-9E0F-739AB43A860C}">
      <dgm:prSet/>
      <dgm:spPr/>
      <dgm:t>
        <a:bodyPr/>
        <a:lstStyle/>
        <a:p>
          <a:endParaRPr lang="en-GB"/>
        </a:p>
      </dgm:t>
    </dgm:pt>
    <dgm:pt modelId="{81959AD0-A4CB-4A05-8512-6DC36906EA3E}">
      <dgm:prSet phldrT="[Text]"/>
      <dgm:spPr/>
      <dgm:t>
        <a:bodyPr/>
        <a:lstStyle/>
        <a:p>
          <a:r>
            <a:rPr lang="en-GB" dirty="0"/>
            <a:t>Pre-Prod</a:t>
          </a:r>
        </a:p>
      </dgm:t>
    </dgm:pt>
    <dgm:pt modelId="{FA9953CB-19D2-4959-B4E2-9EF13AA51FB7}" type="parTrans" cxnId="{2133CBE9-A4A8-4E96-BBE2-5B0BAEC0658D}">
      <dgm:prSet/>
      <dgm:spPr/>
      <dgm:t>
        <a:bodyPr/>
        <a:lstStyle/>
        <a:p>
          <a:endParaRPr lang="en-GB"/>
        </a:p>
      </dgm:t>
    </dgm:pt>
    <dgm:pt modelId="{0EA99E8A-D505-4BBB-BB14-DF90E1A75A33}" type="sibTrans" cxnId="{2133CBE9-A4A8-4E96-BBE2-5B0BAEC0658D}">
      <dgm:prSet/>
      <dgm:spPr/>
      <dgm:t>
        <a:bodyPr/>
        <a:lstStyle/>
        <a:p>
          <a:endParaRPr lang="en-GB"/>
        </a:p>
      </dgm:t>
    </dgm:pt>
    <dgm:pt modelId="{626915AE-A3F8-43FC-97E4-B39D0BF87DD2}">
      <dgm:prSet phldrT="[Text]"/>
      <dgm:spPr/>
      <dgm:t>
        <a:bodyPr/>
        <a:lstStyle/>
        <a:p>
          <a:r>
            <a:rPr lang="en-GB" dirty="0"/>
            <a:t>Prod</a:t>
          </a:r>
        </a:p>
      </dgm:t>
    </dgm:pt>
    <dgm:pt modelId="{98517584-EA4F-4F88-A281-8F67FA2073DD}" type="parTrans" cxnId="{FD2F025A-46EF-44B5-99A5-A56D446DE258}">
      <dgm:prSet/>
      <dgm:spPr/>
      <dgm:t>
        <a:bodyPr/>
        <a:lstStyle/>
        <a:p>
          <a:endParaRPr lang="en-GB"/>
        </a:p>
      </dgm:t>
    </dgm:pt>
    <dgm:pt modelId="{48E9B695-5052-449E-A352-7BDD70A06965}" type="sibTrans" cxnId="{FD2F025A-46EF-44B5-99A5-A56D446DE258}">
      <dgm:prSet/>
      <dgm:spPr/>
      <dgm:t>
        <a:bodyPr/>
        <a:lstStyle/>
        <a:p>
          <a:endParaRPr lang="en-GB"/>
        </a:p>
      </dgm:t>
    </dgm:pt>
    <dgm:pt modelId="{1E47FBFF-D017-4B46-A983-B9523E1FFDEF}">
      <dgm:prSet phldrT="[Text]"/>
      <dgm:spPr/>
      <dgm:t>
        <a:bodyPr/>
        <a:lstStyle/>
        <a:p>
          <a:r>
            <a:rPr lang="en-GB" dirty="0"/>
            <a:t>Dev</a:t>
          </a:r>
        </a:p>
      </dgm:t>
    </dgm:pt>
    <dgm:pt modelId="{00715D29-D934-436B-9F95-4391AE48B930}" type="parTrans" cxnId="{49032360-DA58-4CDA-B2C0-1273B6A7DEEA}">
      <dgm:prSet/>
      <dgm:spPr/>
      <dgm:t>
        <a:bodyPr/>
        <a:lstStyle/>
        <a:p>
          <a:endParaRPr lang="en-GB"/>
        </a:p>
      </dgm:t>
    </dgm:pt>
    <dgm:pt modelId="{E71084B1-74FE-448E-8ECD-515B4007E414}" type="sibTrans" cxnId="{49032360-DA58-4CDA-B2C0-1273B6A7DEEA}">
      <dgm:prSet/>
      <dgm:spPr/>
      <dgm:t>
        <a:bodyPr/>
        <a:lstStyle/>
        <a:p>
          <a:endParaRPr lang="en-GB"/>
        </a:p>
      </dgm:t>
    </dgm:pt>
    <dgm:pt modelId="{BD29C1CB-FFD0-43D6-A033-4CBCCA6B163D}">
      <dgm:prSet phldrT="[Text]"/>
      <dgm:spPr/>
      <dgm:t>
        <a:bodyPr/>
        <a:lstStyle/>
        <a:p>
          <a:r>
            <a:rPr lang="en-GB" dirty="0"/>
            <a:t>PoC</a:t>
          </a:r>
        </a:p>
      </dgm:t>
    </dgm:pt>
    <dgm:pt modelId="{81F64306-57AB-4675-8AE4-F72FC65CEB27}" type="parTrans" cxnId="{47F2C76F-7080-4EE4-954A-2CD0F1A29DA6}">
      <dgm:prSet/>
      <dgm:spPr/>
      <dgm:t>
        <a:bodyPr/>
        <a:lstStyle/>
        <a:p>
          <a:endParaRPr lang="en-GB"/>
        </a:p>
      </dgm:t>
    </dgm:pt>
    <dgm:pt modelId="{9C7F7F91-D6EE-4F28-8EAF-A514615B318E}" type="sibTrans" cxnId="{47F2C76F-7080-4EE4-954A-2CD0F1A29DA6}">
      <dgm:prSet/>
      <dgm:spPr/>
      <dgm:t>
        <a:bodyPr/>
        <a:lstStyle/>
        <a:p>
          <a:endParaRPr lang="en-GB"/>
        </a:p>
      </dgm:t>
    </dgm:pt>
    <dgm:pt modelId="{2410EAE4-89FA-42F8-823D-1F093CEFA2BF}">
      <dgm:prSet phldrT="[Text]"/>
      <dgm:spPr/>
      <dgm:t>
        <a:bodyPr/>
        <a:lstStyle/>
        <a:p>
          <a:r>
            <a:rPr lang="en-GB" dirty="0"/>
            <a:t>Demo</a:t>
          </a:r>
        </a:p>
      </dgm:t>
    </dgm:pt>
    <dgm:pt modelId="{60F01604-6DA8-4C3D-9FBB-642E00274501}" type="parTrans" cxnId="{DE1DBBFB-AC45-47CB-8D94-AA3199617E83}">
      <dgm:prSet/>
      <dgm:spPr/>
      <dgm:t>
        <a:bodyPr/>
        <a:lstStyle/>
        <a:p>
          <a:endParaRPr lang="en-GB"/>
        </a:p>
      </dgm:t>
    </dgm:pt>
    <dgm:pt modelId="{CBF86568-7B51-47A0-9490-E940963A9328}" type="sibTrans" cxnId="{DE1DBBFB-AC45-47CB-8D94-AA3199617E83}">
      <dgm:prSet/>
      <dgm:spPr/>
      <dgm:t>
        <a:bodyPr/>
        <a:lstStyle/>
        <a:p>
          <a:endParaRPr lang="en-GB"/>
        </a:p>
      </dgm:t>
    </dgm:pt>
    <dgm:pt modelId="{4D611FD3-9D24-4597-860A-02E04BD7CD7E}">
      <dgm:prSet phldrT="[Text]"/>
      <dgm:spPr/>
      <dgm:t>
        <a:bodyPr/>
        <a:lstStyle/>
        <a:p>
          <a:r>
            <a:rPr lang="en-GB" dirty="0"/>
            <a:t>Training</a:t>
          </a:r>
        </a:p>
      </dgm:t>
    </dgm:pt>
    <dgm:pt modelId="{A3A700AA-D272-4F26-BB0D-CDC082126641}" type="parTrans" cxnId="{19E65AE9-B443-457D-8506-5DAEC420CC03}">
      <dgm:prSet/>
      <dgm:spPr/>
      <dgm:t>
        <a:bodyPr/>
        <a:lstStyle/>
        <a:p>
          <a:endParaRPr lang="en-GB"/>
        </a:p>
      </dgm:t>
    </dgm:pt>
    <dgm:pt modelId="{DA24191E-E133-46B5-AF9B-9594E784AE4D}" type="sibTrans" cxnId="{19E65AE9-B443-457D-8506-5DAEC420CC03}">
      <dgm:prSet/>
      <dgm:spPr/>
      <dgm:t>
        <a:bodyPr/>
        <a:lstStyle/>
        <a:p>
          <a:endParaRPr lang="en-GB"/>
        </a:p>
      </dgm:t>
    </dgm:pt>
    <dgm:pt modelId="{ED49DB6E-0327-4DE7-8075-CE7F4BBB8110}">
      <dgm:prSet phldrT="[Text]"/>
      <dgm:spPr/>
      <dgm:t>
        <a:bodyPr/>
        <a:lstStyle/>
        <a:p>
          <a:r>
            <a:rPr lang="en-GB" dirty="0"/>
            <a:t>Notifications</a:t>
          </a:r>
        </a:p>
      </dgm:t>
    </dgm:pt>
    <dgm:pt modelId="{8BF0C231-04A6-4BA3-B475-8DE80D32775B}" type="parTrans" cxnId="{495A4487-AD78-49C0-BB5E-2388A149A1F2}">
      <dgm:prSet/>
      <dgm:spPr/>
    </dgm:pt>
    <dgm:pt modelId="{FD0062CF-0375-4B9E-9AC9-5C45B28FCB1F}" type="sibTrans" cxnId="{495A4487-AD78-49C0-BB5E-2388A149A1F2}">
      <dgm:prSet/>
      <dgm:spPr/>
    </dgm:pt>
    <dgm:pt modelId="{D2804D6F-8D6A-4F26-B3AA-40B5BCF75FB4}" type="pres">
      <dgm:prSet presAssocID="{DE1A03B6-942F-4AC6-80BB-76731E8D619A}" presName="linearFlow" presStyleCnt="0">
        <dgm:presLayoutVars>
          <dgm:dir/>
          <dgm:animLvl val="lvl"/>
          <dgm:resizeHandles val="exact"/>
        </dgm:presLayoutVars>
      </dgm:prSet>
      <dgm:spPr/>
    </dgm:pt>
    <dgm:pt modelId="{CDF2C51C-7D96-4615-8EE5-902DE3D5F59A}" type="pres">
      <dgm:prSet presAssocID="{3C2AB5AB-129C-45E8-AB3F-B2E063D5FFA7}" presName="composite" presStyleCnt="0"/>
      <dgm:spPr/>
    </dgm:pt>
    <dgm:pt modelId="{3B5AE309-7480-4D63-828A-A02F268BBCA1}" type="pres">
      <dgm:prSet presAssocID="{3C2AB5AB-129C-45E8-AB3F-B2E063D5FFA7}" presName="parTx" presStyleLbl="node1" presStyleIdx="0" presStyleCnt="3">
        <dgm:presLayoutVars>
          <dgm:chMax val="0"/>
          <dgm:chPref val="0"/>
          <dgm:bulletEnabled val="1"/>
        </dgm:presLayoutVars>
      </dgm:prSet>
      <dgm:spPr/>
    </dgm:pt>
    <dgm:pt modelId="{5E24D3A6-8425-4985-9887-3007A5739949}" type="pres">
      <dgm:prSet presAssocID="{3C2AB5AB-129C-45E8-AB3F-B2E063D5FFA7}" presName="parSh" presStyleLbl="node1" presStyleIdx="0" presStyleCnt="3"/>
      <dgm:spPr/>
    </dgm:pt>
    <dgm:pt modelId="{10C42DA6-E5EC-432C-9EE3-A0B3DBD402BC}" type="pres">
      <dgm:prSet presAssocID="{3C2AB5AB-129C-45E8-AB3F-B2E063D5FFA7}" presName="desTx" presStyleLbl="fgAcc1" presStyleIdx="0" presStyleCnt="3">
        <dgm:presLayoutVars>
          <dgm:bulletEnabled val="1"/>
        </dgm:presLayoutVars>
      </dgm:prSet>
      <dgm:spPr/>
    </dgm:pt>
    <dgm:pt modelId="{5E6ADCBE-372D-4BA9-A979-5A31ECDCDC40}" type="pres">
      <dgm:prSet presAssocID="{488BDB2D-2A42-4C8C-A46D-EDEEE03EAD4B}" presName="sibTrans" presStyleLbl="sibTrans2D1" presStyleIdx="0" presStyleCnt="2"/>
      <dgm:spPr/>
    </dgm:pt>
    <dgm:pt modelId="{183961AC-A0B8-430D-A843-DDA4C608F438}" type="pres">
      <dgm:prSet presAssocID="{488BDB2D-2A42-4C8C-A46D-EDEEE03EAD4B}" presName="connTx" presStyleLbl="sibTrans2D1" presStyleIdx="0" presStyleCnt="2"/>
      <dgm:spPr/>
    </dgm:pt>
    <dgm:pt modelId="{2E8942A8-400E-4554-B31F-AB508087AFC9}" type="pres">
      <dgm:prSet presAssocID="{729818DC-1341-4A35-8637-D3A777AC3E87}" presName="composite" presStyleCnt="0"/>
      <dgm:spPr/>
    </dgm:pt>
    <dgm:pt modelId="{32173E52-1296-4551-B90B-3F07AE8E0306}" type="pres">
      <dgm:prSet presAssocID="{729818DC-1341-4A35-8637-D3A777AC3E87}" presName="parTx" presStyleLbl="node1" presStyleIdx="0" presStyleCnt="3">
        <dgm:presLayoutVars>
          <dgm:chMax val="0"/>
          <dgm:chPref val="0"/>
          <dgm:bulletEnabled val="1"/>
        </dgm:presLayoutVars>
      </dgm:prSet>
      <dgm:spPr/>
    </dgm:pt>
    <dgm:pt modelId="{E53EF5A2-9B51-4860-94D7-DCC04E9C7EA3}" type="pres">
      <dgm:prSet presAssocID="{729818DC-1341-4A35-8637-D3A777AC3E87}" presName="parSh" presStyleLbl="node1" presStyleIdx="1" presStyleCnt="3"/>
      <dgm:spPr/>
    </dgm:pt>
    <dgm:pt modelId="{21E181B6-3FD8-4DAC-8298-5C17B4D5C3CD}" type="pres">
      <dgm:prSet presAssocID="{729818DC-1341-4A35-8637-D3A777AC3E87}" presName="desTx" presStyleLbl="fgAcc1" presStyleIdx="1" presStyleCnt="3">
        <dgm:presLayoutVars>
          <dgm:bulletEnabled val="1"/>
        </dgm:presLayoutVars>
      </dgm:prSet>
      <dgm:spPr/>
    </dgm:pt>
    <dgm:pt modelId="{97B330FB-580F-44AC-B8D7-C75FE33FD7C0}" type="pres">
      <dgm:prSet presAssocID="{64A19925-D214-4FAB-B3C9-2F981DA2DA0B}" presName="sibTrans" presStyleLbl="sibTrans2D1" presStyleIdx="1" presStyleCnt="2"/>
      <dgm:spPr/>
    </dgm:pt>
    <dgm:pt modelId="{47128B4D-493E-4820-9C21-A0EBC656A3CC}" type="pres">
      <dgm:prSet presAssocID="{64A19925-D214-4FAB-B3C9-2F981DA2DA0B}" presName="connTx" presStyleLbl="sibTrans2D1" presStyleIdx="1" presStyleCnt="2"/>
      <dgm:spPr/>
    </dgm:pt>
    <dgm:pt modelId="{F7D49382-3373-415B-873D-27A00D15CB86}" type="pres">
      <dgm:prSet presAssocID="{2A79F2AC-5078-4040-B225-0D20377FE91A}" presName="composite" presStyleCnt="0"/>
      <dgm:spPr/>
    </dgm:pt>
    <dgm:pt modelId="{ADD5CEE7-27C8-42DA-8252-6E15D178100A}" type="pres">
      <dgm:prSet presAssocID="{2A79F2AC-5078-4040-B225-0D20377FE91A}" presName="parTx" presStyleLbl="node1" presStyleIdx="1" presStyleCnt="3">
        <dgm:presLayoutVars>
          <dgm:chMax val="0"/>
          <dgm:chPref val="0"/>
          <dgm:bulletEnabled val="1"/>
        </dgm:presLayoutVars>
      </dgm:prSet>
      <dgm:spPr/>
    </dgm:pt>
    <dgm:pt modelId="{47295986-DACE-425A-84B0-E664787F38E3}" type="pres">
      <dgm:prSet presAssocID="{2A79F2AC-5078-4040-B225-0D20377FE91A}" presName="parSh" presStyleLbl="node1" presStyleIdx="2" presStyleCnt="3"/>
      <dgm:spPr/>
    </dgm:pt>
    <dgm:pt modelId="{3E1AEA04-6E5B-48C8-A007-B09A7ACB56D7}" type="pres">
      <dgm:prSet presAssocID="{2A79F2AC-5078-4040-B225-0D20377FE91A}" presName="desTx" presStyleLbl="fgAcc1" presStyleIdx="2" presStyleCnt="3">
        <dgm:presLayoutVars>
          <dgm:bulletEnabled val="1"/>
        </dgm:presLayoutVars>
      </dgm:prSet>
      <dgm:spPr/>
    </dgm:pt>
  </dgm:ptLst>
  <dgm:cxnLst>
    <dgm:cxn modelId="{CAEEAD02-AF35-4182-AE2C-0503D0A94FAF}" type="presOf" srcId="{488BDB2D-2A42-4C8C-A46D-EDEEE03EAD4B}" destId="{5E6ADCBE-372D-4BA9-A979-5A31ECDCDC40}" srcOrd="0" destOrd="0" presId="urn:microsoft.com/office/officeart/2005/8/layout/process3"/>
    <dgm:cxn modelId="{65FFCB07-FE5C-4BC3-AE72-0690990F8326}" type="presOf" srcId="{FBA2E943-9C28-4927-AACA-EB33912D2FFC}" destId="{10C42DA6-E5EC-432C-9EE3-A0B3DBD402BC}" srcOrd="0" destOrd="2" presId="urn:microsoft.com/office/officeart/2005/8/layout/process3"/>
    <dgm:cxn modelId="{27839E0A-22C1-4626-BC18-605028B5B3C1}" srcId="{DE1A03B6-942F-4AC6-80BB-76731E8D619A}" destId="{729818DC-1341-4A35-8637-D3A777AC3E87}" srcOrd="1" destOrd="0" parTransId="{B834ECB9-49A9-4BF9-A956-DD685C81D9BE}" sibTransId="{64A19925-D214-4FAB-B3C9-2F981DA2DA0B}"/>
    <dgm:cxn modelId="{24D4C815-221F-431F-B161-FAE9D41C7996}" srcId="{2A79F2AC-5078-4040-B225-0D20377FE91A}" destId="{126AF485-0AC1-405C-9F7E-CC6D5C3CE58F}" srcOrd="5" destOrd="0" parTransId="{9520D2CB-E00D-4193-B142-E3AB6C6E615D}" sibTransId="{CE01D0A9-B9A3-4AD5-8167-1990E75012EE}"/>
    <dgm:cxn modelId="{258A6A2A-1E5D-4C19-81A6-A2EBC208D34E}" srcId="{729818DC-1341-4A35-8637-D3A777AC3E87}" destId="{BE65191F-45D5-4DA5-A055-2090826717D9}" srcOrd="6" destOrd="0" parTransId="{EB4752A4-F659-4D88-8B8D-75E6447F6832}" sibTransId="{3B7A34C1-09EB-4EF9-B7F3-212606570E42}"/>
    <dgm:cxn modelId="{4FCD8230-DF46-46B0-B02A-8B28A10EE7DA}" srcId="{729818DC-1341-4A35-8637-D3A777AC3E87}" destId="{4D3355A4-388A-4E52-85E1-32F21EF710D3}" srcOrd="2" destOrd="0" parTransId="{7A881F0D-50F4-4303-B857-EC9890E4220A}" sibTransId="{E92C8647-9BFD-4B18-A356-74347ACBBD06}"/>
    <dgm:cxn modelId="{B9C71534-3795-4F15-BF9E-441E1E2CDE0B}" srcId="{DE1A03B6-942F-4AC6-80BB-76731E8D619A}" destId="{3C2AB5AB-129C-45E8-AB3F-B2E063D5FFA7}" srcOrd="0" destOrd="0" parTransId="{5F20E94D-C07C-47E6-B04A-399C6C7EB5FC}" sibTransId="{488BDB2D-2A42-4C8C-A46D-EDEEE03EAD4B}"/>
    <dgm:cxn modelId="{B686303B-8E97-4041-A146-ACF46F1AD9EB}" type="presOf" srcId="{4D3355A4-388A-4E52-85E1-32F21EF710D3}" destId="{21E181B6-3FD8-4DAC-8298-5C17B4D5C3CD}" srcOrd="0" destOrd="2" presId="urn:microsoft.com/office/officeart/2005/8/layout/process3"/>
    <dgm:cxn modelId="{3F7E413C-E9A9-4556-8509-4BFE6E8FA710}" type="presOf" srcId="{4D611FD3-9D24-4597-860A-02E04BD7CD7E}" destId="{3E1AEA04-6E5B-48C8-A007-B09A7ACB56D7}" srcOrd="0" destOrd="7" presId="urn:microsoft.com/office/officeart/2005/8/layout/process3"/>
    <dgm:cxn modelId="{2E9DDA3E-D7C9-433F-8B5C-9E9A50B2E0C0}" srcId="{3C2AB5AB-129C-45E8-AB3F-B2E063D5FFA7}" destId="{1F28B47D-CC2F-41C0-AFB6-236FB8EDC888}" srcOrd="1" destOrd="0" parTransId="{BE9CA30B-EB00-4D3B-B837-2757906C4D22}" sibTransId="{D9B3E0E8-D9B9-42E9-8FF6-C70EA91F62E7}"/>
    <dgm:cxn modelId="{04AABB40-7AE8-42CD-84F4-8CEE60F9AD72}" type="presOf" srcId="{26DF6FB2-1631-4CEB-9806-8B39E2EBC22C}" destId="{21E181B6-3FD8-4DAC-8298-5C17B4D5C3CD}" srcOrd="0" destOrd="5" presId="urn:microsoft.com/office/officeart/2005/8/layout/process3"/>
    <dgm:cxn modelId="{BB80C341-436E-44F2-A923-CFF6AF4A2849}" srcId="{729818DC-1341-4A35-8637-D3A777AC3E87}" destId="{D93C29AF-4E73-4C71-B267-2481B94FAB63}" srcOrd="1" destOrd="0" parTransId="{B61D3ED6-BE19-46AD-AA91-385CA49C2BCA}" sibTransId="{332569B5-C231-4BED-BCA2-F29DCFC46DCC}"/>
    <dgm:cxn modelId="{FC3F6F53-7F50-44EE-8C35-CB720DF52D44}" type="presOf" srcId="{81959AD0-A4CB-4A05-8512-6DC36906EA3E}" destId="{3E1AEA04-6E5B-48C8-A007-B09A7ACB56D7}" srcOrd="0" destOrd="8" presId="urn:microsoft.com/office/officeart/2005/8/layout/process3"/>
    <dgm:cxn modelId="{19850658-C7BE-48C8-8F9C-3B2DFD0D1811}" type="presOf" srcId="{D93C29AF-4E73-4C71-B267-2481B94FAB63}" destId="{21E181B6-3FD8-4DAC-8298-5C17B4D5C3CD}" srcOrd="0" destOrd="1" presId="urn:microsoft.com/office/officeart/2005/8/layout/process3"/>
    <dgm:cxn modelId="{FD2F025A-46EF-44B5-99A5-A56D446DE258}" srcId="{2A79F2AC-5078-4040-B225-0D20377FE91A}" destId="{626915AE-A3F8-43FC-97E4-B39D0BF87DD2}" srcOrd="9" destOrd="0" parTransId="{98517584-EA4F-4F88-A281-8F67FA2073DD}" sibTransId="{48E9B695-5052-449E-A352-7BDD70A06965}"/>
    <dgm:cxn modelId="{1BE1235F-3D16-4184-A95D-8C0B818841CC}" type="presOf" srcId="{A35A2B80-F5F7-404F-BA73-398735E4BA2C}" destId="{10C42DA6-E5EC-432C-9EE3-A0B3DBD402BC}" srcOrd="0" destOrd="0" presId="urn:microsoft.com/office/officeart/2005/8/layout/process3"/>
    <dgm:cxn modelId="{49032360-DA58-4CDA-B2C0-1273B6A7DEEA}" srcId="{2A79F2AC-5078-4040-B225-0D20377FE91A}" destId="{1E47FBFF-D017-4B46-A983-B9523E1FFDEF}" srcOrd="0" destOrd="0" parTransId="{00715D29-D934-436B-9F95-4391AE48B930}" sibTransId="{E71084B1-74FE-448E-8ECD-515B4007E414}"/>
    <dgm:cxn modelId="{47F2C76F-7080-4EE4-954A-2CD0F1A29DA6}" srcId="{2A79F2AC-5078-4040-B225-0D20377FE91A}" destId="{BD29C1CB-FFD0-43D6-A033-4CBCCA6B163D}" srcOrd="1" destOrd="0" parTransId="{81F64306-57AB-4675-8AE4-F72FC65CEB27}" sibTransId="{9C7F7F91-D6EE-4F28-8EAF-A514615B318E}"/>
    <dgm:cxn modelId="{CC1ACB83-4A04-410C-968B-4609C49E84D1}" type="presOf" srcId="{906A08C9-DD99-4AFF-AA20-AEFAF7A62956}" destId="{3E1AEA04-6E5B-48C8-A007-B09A7ACB56D7}" srcOrd="0" destOrd="6" presId="urn:microsoft.com/office/officeart/2005/8/layout/process3"/>
    <dgm:cxn modelId="{50A60586-377C-447D-B590-A90FA91B458C}" type="presOf" srcId="{BD29C1CB-FFD0-43D6-A033-4CBCCA6B163D}" destId="{3E1AEA04-6E5B-48C8-A007-B09A7ACB56D7}" srcOrd="0" destOrd="1" presId="urn:microsoft.com/office/officeart/2005/8/layout/process3"/>
    <dgm:cxn modelId="{495A4487-AD78-49C0-BB5E-2388A149A1F2}" srcId="{729818DC-1341-4A35-8637-D3A777AC3E87}" destId="{ED49DB6E-0327-4DE7-8075-CE7F4BBB8110}" srcOrd="8" destOrd="0" parTransId="{8BF0C231-04A6-4BA3-B475-8DE80D32775B}" sibTransId="{FD0062CF-0375-4B9E-9AC9-5C45B28FCB1F}"/>
    <dgm:cxn modelId="{2D564288-4284-45CE-8232-151068B56710}" type="presOf" srcId="{10CD0FB0-F964-47FE-8107-58FB77282F88}" destId="{3E1AEA04-6E5B-48C8-A007-B09A7ACB56D7}" srcOrd="0" destOrd="4" presId="urn:microsoft.com/office/officeart/2005/8/layout/process3"/>
    <dgm:cxn modelId="{EEDEAF89-99CD-4637-BDCA-8A77DEB9402F}" type="presOf" srcId="{ED49DB6E-0327-4DE7-8075-CE7F4BBB8110}" destId="{21E181B6-3FD8-4DAC-8298-5C17B4D5C3CD}" srcOrd="0" destOrd="8" presId="urn:microsoft.com/office/officeart/2005/8/layout/process3"/>
    <dgm:cxn modelId="{F32F778A-8821-4133-AE8B-6AC6C1CA3B31}" type="presOf" srcId="{2A79F2AC-5078-4040-B225-0D20377FE91A}" destId="{ADD5CEE7-27C8-42DA-8252-6E15D178100A}" srcOrd="0" destOrd="0" presId="urn:microsoft.com/office/officeart/2005/8/layout/process3"/>
    <dgm:cxn modelId="{FE82DD8E-744B-4533-ABCE-16B6675508B4}" type="presOf" srcId="{729818DC-1341-4A35-8637-D3A777AC3E87}" destId="{E53EF5A2-9B51-4860-94D7-DCC04E9C7EA3}" srcOrd="1" destOrd="0" presId="urn:microsoft.com/office/officeart/2005/8/layout/process3"/>
    <dgm:cxn modelId="{B9F4498F-5302-49C5-8D1E-04DA80C27D8B}" srcId="{DE1A03B6-942F-4AC6-80BB-76731E8D619A}" destId="{2A79F2AC-5078-4040-B225-0D20377FE91A}" srcOrd="2" destOrd="0" parTransId="{25BF6886-A072-4D60-9A1A-8C9333F04790}" sibTransId="{47AE645E-3A8A-4EE9-9878-F13939902DBA}"/>
    <dgm:cxn modelId="{CACCFB8F-DA04-44F4-A781-682E470F71B6}" type="presOf" srcId="{64A19925-D214-4FAB-B3C9-2F981DA2DA0B}" destId="{47128B4D-493E-4820-9C21-A0EBC656A3CC}" srcOrd="1" destOrd="0" presId="urn:microsoft.com/office/officeart/2005/8/layout/process3"/>
    <dgm:cxn modelId="{7F11B496-6B5A-496F-B082-82B849EED1E7}" type="presOf" srcId="{729818DC-1341-4A35-8637-D3A777AC3E87}" destId="{32173E52-1296-4551-B90B-3F07AE8E0306}" srcOrd="0" destOrd="0" presId="urn:microsoft.com/office/officeart/2005/8/layout/process3"/>
    <dgm:cxn modelId="{FD2555A0-BC6F-4062-8B1D-DC3432ACA439}" type="presOf" srcId="{3C2AB5AB-129C-45E8-AB3F-B2E063D5FFA7}" destId="{5E24D3A6-8425-4985-9887-3007A5739949}" srcOrd="1" destOrd="0" presId="urn:microsoft.com/office/officeart/2005/8/layout/process3"/>
    <dgm:cxn modelId="{8C036EA7-174E-45BD-ABF1-FFFE4BFCC187}" type="presOf" srcId="{488BDB2D-2A42-4C8C-A46D-EDEEE03EAD4B}" destId="{183961AC-A0B8-430D-A843-DDA4C608F438}" srcOrd="1" destOrd="0" presId="urn:microsoft.com/office/officeart/2005/8/layout/process3"/>
    <dgm:cxn modelId="{DAF8DEAC-0727-4169-8648-A77D599AFDE8}" type="presOf" srcId="{3C2AB5AB-129C-45E8-AB3F-B2E063D5FFA7}" destId="{3B5AE309-7480-4D63-828A-A02F268BBCA1}" srcOrd="0" destOrd="0" presId="urn:microsoft.com/office/officeart/2005/8/layout/process3"/>
    <dgm:cxn modelId="{3483F6AD-CB79-4655-8CF1-CC6A19A12DCD}" type="presOf" srcId="{BE65191F-45D5-4DA5-A055-2090826717D9}" destId="{21E181B6-3FD8-4DAC-8298-5C17B4D5C3CD}" srcOrd="0" destOrd="6" presId="urn:microsoft.com/office/officeart/2005/8/layout/process3"/>
    <dgm:cxn modelId="{CF10E7AE-A657-413A-B730-F7B95F97EAE6}" type="presOf" srcId="{2A79F2AC-5078-4040-B225-0D20377FE91A}" destId="{47295986-DACE-425A-84B0-E664787F38E3}" srcOrd="1" destOrd="0" presId="urn:microsoft.com/office/officeart/2005/8/layout/process3"/>
    <dgm:cxn modelId="{8AC29BB1-89E0-4D81-B024-2819AC0628A5}" type="presOf" srcId="{1E47FBFF-D017-4B46-A983-B9523E1FFDEF}" destId="{3E1AEA04-6E5B-48C8-A007-B09A7ACB56D7}" srcOrd="0" destOrd="0" presId="urn:microsoft.com/office/officeart/2005/8/layout/process3"/>
    <dgm:cxn modelId="{294459B9-EB95-4088-9D22-165E5C6ABBB0}" type="presOf" srcId="{626915AE-A3F8-43FC-97E4-B39D0BF87DD2}" destId="{3E1AEA04-6E5B-48C8-A007-B09A7ACB56D7}" srcOrd="0" destOrd="9" presId="urn:microsoft.com/office/officeart/2005/8/layout/process3"/>
    <dgm:cxn modelId="{EC7A20BF-1A93-40D3-A099-98234F66C028}" type="presOf" srcId="{DE1A03B6-942F-4AC6-80BB-76731E8D619A}" destId="{D2804D6F-8D6A-4F26-B3AA-40B5BCF75FB4}" srcOrd="0" destOrd="0" presId="urn:microsoft.com/office/officeart/2005/8/layout/process3"/>
    <dgm:cxn modelId="{CC92E9C4-B50B-4DC6-B165-3DF8E37510A5}" srcId="{729818DC-1341-4A35-8637-D3A777AC3E87}" destId="{146CE24C-1C65-4A16-A600-DE980C859DD9}" srcOrd="0" destOrd="0" parTransId="{20CEFF71-889E-4703-9EBA-465A239D2749}" sibTransId="{3F143513-E1A2-44F9-8D40-991EF5BD685F}"/>
    <dgm:cxn modelId="{5B579AC6-4A02-49E3-AC97-F6BFF7EB3704}" srcId="{2A79F2AC-5078-4040-B225-0D20377FE91A}" destId="{10CD0FB0-F964-47FE-8107-58FB77282F88}" srcOrd="4" destOrd="0" parTransId="{81BB4A6B-C9F5-4AD8-8502-5F7CCF378D1E}" sibTransId="{0A905215-4212-4FEA-887E-4A28CD91897C}"/>
    <dgm:cxn modelId="{A07779CA-1BD7-4FE5-9E0F-739AB43A860C}" srcId="{729818DC-1341-4A35-8637-D3A777AC3E87}" destId="{D5A8F026-7142-42F1-AFC2-7347F4BE6F7A}" srcOrd="7" destOrd="0" parTransId="{A05C2651-41C7-4AB1-AFEF-C60B47E2B541}" sibTransId="{31D3583F-1203-4D45-AF8E-2DE85EC1D032}"/>
    <dgm:cxn modelId="{18E24ECC-4B50-4E72-B1BC-DB85A8A1B6F4}" type="presOf" srcId="{1F28B47D-CC2F-41C0-AFB6-236FB8EDC888}" destId="{10C42DA6-E5EC-432C-9EE3-A0B3DBD402BC}" srcOrd="0" destOrd="1" presId="urn:microsoft.com/office/officeart/2005/8/layout/process3"/>
    <dgm:cxn modelId="{12DBFACC-824A-4D74-9D5C-74DF7A9D9F6A}" srcId="{729818DC-1341-4A35-8637-D3A777AC3E87}" destId="{26DF6FB2-1631-4CEB-9806-8B39E2EBC22C}" srcOrd="5" destOrd="0" parTransId="{315E9D56-F7A6-47A9-908E-095E4812FAA4}" sibTransId="{38EA71A0-5DAC-4098-BF93-6EE8FA3D08CD}"/>
    <dgm:cxn modelId="{46B42CCE-9843-488A-BBAB-7FC1F019CD89}" type="presOf" srcId="{814FE300-628C-4BBC-8333-CB051A7DC9DF}" destId="{21E181B6-3FD8-4DAC-8298-5C17B4D5C3CD}" srcOrd="0" destOrd="4" presId="urn:microsoft.com/office/officeart/2005/8/layout/process3"/>
    <dgm:cxn modelId="{07826DD5-B451-41E8-BD97-C2B924B491F3}" type="presOf" srcId="{64A19925-D214-4FAB-B3C9-2F981DA2DA0B}" destId="{97B330FB-580F-44AC-B8D7-C75FE33FD7C0}" srcOrd="0" destOrd="0" presId="urn:microsoft.com/office/officeart/2005/8/layout/process3"/>
    <dgm:cxn modelId="{56E7E4D7-96C1-4423-A771-E2CE13A2488E}" srcId="{2A79F2AC-5078-4040-B225-0D20377FE91A}" destId="{DFEB15FD-2194-47F0-8809-6ABBBB6D7A7E}" srcOrd="3" destOrd="0" parTransId="{5F2184DE-FF37-421D-B6A2-36E5D588C4E1}" sibTransId="{02E15070-D612-4335-9F73-FE8D6BAB765B}"/>
    <dgm:cxn modelId="{482C92D8-0C14-4129-8A19-4E2E07C2B7AF}" type="presOf" srcId="{DFEB15FD-2194-47F0-8809-6ABBBB6D7A7E}" destId="{3E1AEA04-6E5B-48C8-A007-B09A7ACB56D7}" srcOrd="0" destOrd="3" presId="urn:microsoft.com/office/officeart/2005/8/layout/process3"/>
    <dgm:cxn modelId="{380A50DB-012A-44B4-98E4-40F9A7F0BF3F}" type="presOf" srcId="{38CABA7B-C936-4B33-9142-B6BA85191A9D}" destId="{21E181B6-3FD8-4DAC-8298-5C17B4D5C3CD}" srcOrd="0" destOrd="3" presId="urn:microsoft.com/office/officeart/2005/8/layout/process3"/>
    <dgm:cxn modelId="{6F9E66E1-7BBF-4C02-B8D5-0341BBEF30AA}" type="presOf" srcId="{146CE24C-1C65-4A16-A600-DE980C859DD9}" destId="{21E181B6-3FD8-4DAC-8298-5C17B4D5C3CD}" srcOrd="0" destOrd="0" presId="urn:microsoft.com/office/officeart/2005/8/layout/process3"/>
    <dgm:cxn modelId="{7B13FCE3-53F1-461F-8B9A-338025CE94EE}" srcId="{3C2AB5AB-129C-45E8-AB3F-B2E063D5FFA7}" destId="{FBA2E943-9C28-4927-AACA-EB33912D2FFC}" srcOrd="2" destOrd="0" parTransId="{ACA46B8B-683D-4B0C-AE7C-02CFBB96C8AD}" sibTransId="{064E41D4-8A4E-4C6F-AD96-2E643AB8ADDF}"/>
    <dgm:cxn modelId="{8219EBE5-4539-4EB0-9B14-BF854DC9E49E}" type="presOf" srcId="{EA4642D8-6410-49BA-8804-12EDE38A747A}" destId="{10C42DA6-E5EC-432C-9EE3-A0B3DBD402BC}" srcOrd="0" destOrd="3" presId="urn:microsoft.com/office/officeart/2005/8/layout/process3"/>
    <dgm:cxn modelId="{47A26AE8-FBA2-4C16-889D-2E35D695795E}" srcId="{3C2AB5AB-129C-45E8-AB3F-B2E063D5FFA7}" destId="{EA4642D8-6410-49BA-8804-12EDE38A747A}" srcOrd="3" destOrd="0" parTransId="{126C1E3B-53D2-4EAB-83DF-C0460A50E549}" sibTransId="{D197E42E-4AD7-4824-A683-788AD552FCE5}"/>
    <dgm:cxn modelId="{A70E45E9-349D-45FF-9C50-B1B23B3ABF1E}" type="presOf" srcId="{D5A8F026-7142-42F1-AFC2-7347F4BE6F7A}" destId="{21E181B6-3FD8-4DAC-8298-5C17B4D5C3CD}" srcOrd="0" destOrd="7" presId="urn:microsoft.com/office/officeart/2005/8/layout/process3"/>
    <dgm:cxn modelId="{19E65AE9-B443-457D-8506-5DAEC420CC03}" srcId="{2A79F2AC-5078-4040-B225-0D20377FE91A}" destId="{4D611FD3-9D24-4597-860A-02E04BD7CD7E}" srcOrd="7" destOrd="0" parTransId="{A3A700AA-D272-4F26-BB0D-CDC082126641}" sibTransId="{DA24191E-E133-46B5-AF9B-9594E784AE4D}"/>
    <dgm:cxn modelId="{2133CBE9-A4A8-4E96-BBE2-5B0BAEC0658D}" srcId="{2A79F2AC-5078-4040-B225-0D20377FE91A}" destId="{81959AD0-A4CB-4A05-8512-6DC36906EA3E}" srcOrd="8" destOrd="0" parTransId="{FA9953CB-19D2-4959-B4E2-9EF13AA51FB7}" sibTransId="{0EA99E8A-D505-4BBB-BB14-DF90E1A75A33}"/>
    <dgm:cxn modelId="{743BBBEA-7B36-4865-BD51-337F95FD4352}" type="presOf" srcId="{126AF485-0AC1-405C-9F7E-CC6D5C3CE58F}" destId="{3E1AEA04-6E5B-48C8-A007-B09A7ACB56D7}" srcOrd="0" destOrd="5" presId="urn:microsoft.com/office/officeart/2005/8/layout/process3"/>
    <dgm:cxn modelId="{EF926CEF-7C1E-4E54-BFC5-8CC0D77261A8}" srcId="{729818DC-1341-4A35-8637-D3A777AC3E87}" destId="{814FE300-628C-4BBC-8333-CB051A7DC9DF}" srcOrd="4" destOrd="0" parTransId="{EFFB84BC-62A7-4DC1-BE65-185B989FEE87}" sibTransId="{B33E61F5-7102-4BD2-8CCE-BC4EB3930B54}"/>
    <dgm:cxn modelId="{92F5ABEF-BCD6-4C52-994C-F90B40442BEB}" type="presOf" srcId="{2410EAE4-89FA-42F8-823D-1F093CEFA2BF}" destId="{3E1AEA04-6E5B-48C8-A007-B09A7ACB56D7}" srcOrd="0" destOrd="2" presId="urn:microsoft.com/office/officeart/2005/8/layout/process3"/>
    <dgm:cxn modelId="{071618F8-8396-4193-9261-DFC1A11D3A03}" srcId="{729818DC-1341-4A35-8637-D3A777AC3E87}" destId="{38CABA7B-C936-4B33-9142-B6BA85191A9D}" srcOrd="3" destOrd="0" parTransId="{B8F5CB22-FE4A-46A7-87F4-F5D5111EF4AA}" sibTransId="{3689CC6D-9C9E-4E78-9341-C7EE2E3AB1FC}"/>
    <dgm:cxn modelId="{C80CA2F9-EF80-43C5-85CB-DFB5B9DBFA41}" srcId="{3C2AB5AB-129C-45E8-AB3F-B2E063D5FFA7}" destId="{A35A2B80-F5F7-404F-BA73-398735E4BA2C}" srcOrd="0" destOrd="0" parTransId="{51C69587-6425-41F8-AB94-FABEB78B19AC}" sibTransId="{6842B20C-0753-4B38-B4D1-568764A2E096}"/>
    <dgm:cxn modelId="{DE1DBBFB-AC45-47CB-8D94-AA3199617E83}" srcId="{2A79F2AC-5078-4040-B225-0D20377FE91A}" destId="{2410EAE4-89FA-42F8-823D-1F093CEFA2BF}" srcOrd="2" destOrd="0" parTransId="{60F01604-6DA8-4C3D-9FBB-642E00274501}" sibTransId="{CBF86568-7B51-47A0-9490-E940963A9328}"/>
    <dgm:cxn modelId="{905ECDFD-0151-4CA3-BF3C-58469A28399C}" srcId="{2A79F2AC-5078-4040-B225-0D20377FE91A}" destId="{906A08C9-DD99-4AFF-AA20-AEFAF7A62956}" srcOrd="6" destOrd="0" parTransId="{8966DBCE-2EFB-4C60-8C18-97620A549E6B}" sibTransId="{F15B2A55-1E80-4377-8982-F0B43115915F}"/>
    <dgm:cxn modelId="{E08F2E52-F1A1-407C-AAB0-5D5BF741037C}" type="presParOf" srcId="{D2804D6F-8D6A-4F26-B3AA-40B5BCF75FB4}" destId="{CDF2C51C-7D96-4615-8EE5-902DE3D5F59A}" srcOrd="0" destOrd="0" presId="urn:microsoft.com/office/officeart/2005/8/layout/process3"/>
    <dgm:cxn modelId="{BC2171FB-56C8-474D-8773-5FDBEFA9F66B}" type="presParOf" srcId="{CDF2C51C-7D96-4615-8EE5-902DE3D5F59A}" destId="{3B5AE309-7480-4D63-828A-A02F268BBCA1}" srcOrd="0" destOrd="0" presId="urn:microsoft.com/office/officeart/2005/8/layout/process3"/>
    <dgm:cxn modelId="{262072C3-6C43-4D9B-AC9D-EB058AE75BA2}" type="presParOf" srcId="{CDF2C51C-7D96-4615-8EE5-902DE3D5F59A}" destId="{5E24D3A6-8425-4985-9887-3007A5739949}" srcOrd="1" destOrd="0" presId="urn:microsoft.com/office/officeart/2005/8/layout/process3"/>
    <dgm:cxn modelId="{1E265812-5AA9-436B-9217-BB968D907EE7}" type="presParOf" srcId="{CDF2C51C-7D96-4615-8EE5-902DE3D5F59A}" destId="{10C42DA6-E5EC-432C-9EE3-A0B3DBD402BC}" srcOrd="2" destOrd="0" presId="urn:microsoft.com/office/officeart/2005/8/layout/process3"/>
    <dgm:cxn modelId="{D6463AB7-0A4C-4D5E-A4FD-AC149B2815E7}" type="presParOf" srcId="{D2804D6F-8D6A-4F26-B3AA-40B5BCF75FB4}" destId="{5E6ADCBE-372D-4BA9-A979-5A31ECDCDC40}" srcOrd="1" destOrd="0" presId="urn:microsoft.com/office/officeart/2005/8/layout/process3"/>
    <dgm:cxn modelId="{7FC85009-C270-4771-B67A-5342028019F9}" type="presParOf" srcId="{5E6ADCBE-372D-4BA9-A979-5A31ECDCDC40}" destId="{183961AC-A0B8-430D-A843-DDA4C608F438}" srcOrd="0" destOrd="0" presId="urn:microsoft.com/office/officeart/2005/8/layout/process3"/>
    <dgm:cxn modelId="{E65040F3-D113-431E-BDBF-8F9ECA109CFC}" type="presParOf" srcId="{D2804D6F-8D6A-4F26-B3AA-40B5BCF75FB4}" destId="{2E8942A8-400E-4554-B31F-AB508087AFC9}" srcOrd="2" destOrd="0" presId="urn:microsoft.com/office/officeart/2005/8/layout/process3"/>
    <dgm:cxn modelId="{FCABCCF1-B9F4-4433-99FD-7E803CE13A80}" type="presParOf" srcId="{2E8942A8-400E-4554-B31F-AB508087AFC9}" destId="{32173E52-1296-4551-B90B-3F07AE8E0306}" srcOrd="0" destOrd="0" presId="urn:microsoft.com/office/officeart/2005/8/layout/process3"/>
    <dgm:cxn modelId="{EA53D431-4E70-4D47-AD5B-D7F261403F71}" type="presParOf" srcId="{2E8942A8-400E-4554-B31F-AB508087AFC9}" destId="{E53EF5A2-9B51-4860-94D7-DCC04E9C7EA3}" srcOrd="1" destOrd="0" presId="urn:microsoft.com/office/officeart/2005/8/layout/process3"/>
    <dgm:cxn modelId="{EAE042A2-4DAD-4F65-AF2A-6FA5C3773156}" type="presParOf" srcId="{2E8942A8-400E-4554-B31F-AB508087AFC9}" destId="{21E181B6-3FD8-4DAC-8298-5C17B4D5C3CD}" srcOrd="2" destOrd="0" presId="urn:microsoft.com/office/officeart/2005/8/layout/process3"/>
    <dgm:cxn modelId="{54191651-9714-446A-89D3-60A5F582677F}" type="presParOf" srcId="{D2804D6F-8D6A-4F26-B3AA-40B5BCF75FB4}" destId="{97B330FB-580F-44AC-B8D7-C75FE33FD7C0}" srcOrd="3" destOrd="0" presId="urn:microsoft.com/office/officeart/2005/8/layout/process3"/>
    <dgm:cxn modelId="{21801C49-8F8D-4CCD-8ACE-AF85CD21604E}" type="presParOf" srcId="{97B330FB-580F-44AC-B8D7-C75FE33FD7C0}" destId="{47128B4D-493E-4820-9C21-A0EBC656A3CC}" srcOrd="0" destOrd="0" presId="urn:microsoft.com/office/officeart/2005/8/layout/process3"/>
    <dgm:cxn modelId="{6B15ACAB-8573-40FD-800D-5EE5DD6E0521}" type="presParOf" srcId="{D2804D6F-8D6A-4F26-B3AA-40B5BCF75FB4}" destId="{F7D49382-3373-415B-873D-27A00D15CB86}" srcOrd="4" destOrd="0" presId="urn:microsoft.com/office/officeart/2005/8/layout/process3"/>
    <dgm:cxn modelId="{7B6F17E2-F405-4387-BE3B-B95F6A1F15BA}" type="presParOf" srcId="{F7D49382-3373-415B-873D-27A00D15CB86}" destId="{ADD5CEE7-27C8-42DA-8252-6E15D178100A}" srcOrd="0" destOrd="0" presId="urn:microsoft.com/office/officeart/2005/8/layout/process3"/>
    <dgm:cxn modelId="{E582F458-F458-444D-8C3A-74C2C4231B16}" type="presParOf" srcId="{F7D49382-3373-415B-873D-27A00D15CB86}" destId="{47295986-DACE-425A-84B0-E664787F38E3}" srcOrd="1" destOrd="0" presId="urn:microsoft.com/office/officeart/2005/8/layout/process3"/>
    <dgm:cxn modelId="{5D47F96F-B08B-47CA-BB42-B960219A0158}" type="presParOf" srcId="{F7D49382-3373-415B-873D-27A00D15CB86}" destId="{3E1AEA04-6E5B-48C8-A007-B09A7ACB56D7}"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3D78F7-0E25-41A6-A3E9-840BA7AFE878}">
      <dsp:nvSpPr>
        <dsp:cNvPr id="0" name=""/>
        <dsp:cNvSpPr/>
      </dsp:nvSpPr>
      <dsp:spPr>
        <a:xfrm>
          <a:off x="2063490" y="633595"/>
          <a:ext cx="4335433" cy="4335433"/>
        </a:xfrm>
        <a:prstGeom prst="blockArc">
          <a:avLst>
            <a:gd name="adj1" fmla="val 12600000"/>
            <a:gd name="adj2" fmla="val 16200000"/>
            <a:gd name="adj3" fmla="val 4525"/>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99B2DAB1-3CBC-4F76-9F5C-C0092863B3A3}">
      <dsp:nvSpPr>
        <dsp:cNvPr id="0" name=""/>
        <dsp:cNvSpPr/>
      </dsp:nvSpPr>
      <dsp:spPr>
        <a:xfrm>
          <a:off x="2063490" y="633595"/>
          <a:ext cx="4335433" cy="4335433"/>
        </a:xfrm>
        <a:prstGeom prst="blockArc">
          <a:avLst>
            <a:gd name="adj1" fmla="val 9000000"/>
            <a:gd name="adj2" fmla="val 12600000"/>
            <a:gd name="adj3" fmla="val 4525"/>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0BE64167-1A2E-4740-B6AB-87FC0C69BB57}">
      <dsp:nvSpPr>
        <dsp:cNvPr id="0" name=""/>
        <dsp:cNvSpPr/>
      </dsp:nvSpPr>
      <dsp:spPr>
        <a:xfrm>
          <a:off x="2063490" y="633595"/>
          <a:ext cx="4335433" cy="4335433"/>
        </a:xfrm>
        <a:prstGeom prst="blockArc">
          <a:avLst>
            <a:gd name="adj1" fmla="val 5400000"/>
            <a:gd name="adj2" fmla="val 9000000"/>
            <a:gd name="adj3" fmla="val 4525"/>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F2BC8873-1345-47FC-B4CF-45DEAB4A51A8}">
      <dsp:nvSpPr>
        <dsp:cNvPr id="0" name=""/>
        <dsp:cNvSpPr/>
      </dsp:nvSpPr>
      <dsp:spPr>
        <a:xfrm>
          <a:off x="2063490" y="633595"/>
          <a:ext cx="4335433" cy="4335433"/>
        </a:xfrm>
        <a:prstGeom prst="blockArc">
          <a:avLst>
            <a:gd name="adj1" fmla="val 1800000"/>
            <a:gd name="adj2" fmla="val 5400000"/>
            <a:gd name="adj3" fmla="val 4525"/>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4AA6FB3D-2256-44F8-B869-65CE615091D3}">
      <dsp:nvSpPr>
        <dsp:cNvPr id="0" name=""/>
        <dsp:cNvSpPr/>
      </dsp:nvSpPr>
      <dsp:spPr>
        <a:xfrm>
          <a:off x="2063490" y="633595"/>
          <a:ext cx="4335433" cy="4335433"/>
        </a:xfrm>
        <a:prstGeom prst="blockArc">
          <a:avLst>
            <a:gd name="adj1" fmla="val 19800000"/>
            <a:gd name="adj2" fmla="val 1800000"/>
            <a:gd name="adj3" fmla="val 4525"/>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B2BA910B-426B-48D9-AED4-6BA31D2B4B89}">
      <dsp:nvSpPr>
        <dsp:cNvPr id="0" name=""/>
        <dsp:cNvSpPr/>
      </dsp:nvSpPr>
      <dsp:spPr>
        <a:xfrm>
          <a:off x="2063490" y="633595"/>
          <a:ext cx="4335433" cy="4335433"/>
        </a:xfrm>
        <a:prstGeom prst="blockArc">
          <a:avLst>
            <a:gd name="adj1" fmla="val 16200000"/>
            <a:gd name="adj2" fmla="val 19800000"/>
            <a:gd name="adj3" fmla="val 4525"/>
          </a:avLst>
        </a:prstGeom>
        <a:solidFill>
          <a:schemeClr val="bg2"/>
        </a:solidFill>
        <a:ln>
          <a:noFill/>
        </a:ln>
        <a:effectLst/>
      </dsp:spPr>
      <dsp:style>
        <a:lnRef idx="0">
          <a:scrgbClr r="0" g="0" b="0"/>
        </a:lnRef>
        <a:fillRef idx="1">
          <a:scrgbClr r="0" g="0" b="0"/>
        </a:fillRef>
        <a:effectRef idx="0">
          <a:scrgbClr r="0" g="0" b="0"/>
        </a:effectRef>
        <a:fontRef idx="minor">
          <a:schemeClr val="lt1"/>
        </a:fontRef>
      </dsp:style>
    </dsp:sp>
    <dsp:sp modelId="{CD22125E-0639-43AE-AE83-4BF07C6407D7}">
      <dsp:nvSpPr>
        <dsp:cNvPr id="0" name=""/>
        <dsp:cNvSpPr/>
      </dsp:nvSpPr>
      <dsp:spPr>
        <a:xfrm>
          <a:off x="3258112" y="1828217"/>
          <a:ext cx="1946190" cy="1946190"/>
        </a:xfrm>
        <a:prstGeom prst="ellipse">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1200150">
            <a:lnSpc>
              <a:spcPct val="90000"/>
            </a:lnSpc>
            <a:spcBef>
              <a:spcPct val="0"/>
            </a:spcBef>
            <a:spcAft>
              <a:spcPct val="35000"/>
            </a:spcAft>
            <a:buNone/>
          </a:pPr>
          <a:r>
            <a:rPr lang="en-GB" sz="2700" kern="1200" dirty="0">
              <a:solidFill>
                <a:schemeClr val="tx1"/>
              </a:solidFill>
              <a:latin typeface="+mj-lt"/>
            </a:rPr>
            <a:t>DevOps</a:t>
          </a:r>
        </a:p>
      </dsp:txBody>
      <dsp:txXfrm>
        <a:off x="3543125" y="2113230"/>
        <a:ext cx="1376164" cy="1376164"/>
      </dsp:txXfrm>
    </dsp:sp>
    <dsp:sp modelId="{A4A9EE44-E179-4D74-9A02-0BEAC8DFA923}">
      <dsp:nvSpPr>
        <dsp:cNvPr id="0" name=""/>
        <dsp:cNvSpPr/>
      </dsp:nvSpPr>
      <dsp:spPr>
        <a:xfrm>
          <a:off x="3550040" y="1473"/>
          <a:ext cx="1362333" cy="1362333"/>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GB" sz="1700" kern="1200" dirty="0">
              <a:latin typeface="+mj-lt"/>
            </a:rPr>
            <a:t>Plan</a:t>
          </a:r>
        </a:p>
      </dsp:txBody>
      <dsp:txXfrm>
        <a:off x="3749549" y="200982"/>
        <a:ext cx="963315" cy="963315"/>
      </dsp:txXfrm>
    </dsp:sp>
    <dsp:sp modelId="{6CC46121-0603-4170-B107-3946D36A5269}">
      <dsp:nvSpPr>
        <dsp:cNvPr id="0" name=""/>
        <dsp:cNvSpPr/>
      </dsp:nvSpPr>
      <dsp:spPr>
        <a:xfrm>
          <a:off x="5384865" y="1060809"/>
          <a:ext cx="1362333" cy="136233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GB" sz="1700" kern="1200" dirty="0">
              <a:latin typeface="+mj-lt"/>
            </a:rPr>
            <a:t>Develop</a:t>
          </a:r>
        </a:p>
      </dsp:txBody>
      <dsp:txXfrm>
        <a:off x="5584374" y="1260318"/>
        <a:ext cx="963315" cy="963315"/>
      </dsp:txXfrm>
    </dsp:sp>
    <dsp:sp modelId="{69954671-532D-4136-9AED-25CE59F43CC8}">
      <dsp:nvSpPr>
        <dsp:cNvPr id="0" name=""/>
        <dsp:cNvSpPr/>
      </dsp:nvSpPr>
      <dsp:spPr>
        <a:xfrm>
          <a:off x="5384865" y="3179482"/>
          <a:ext cx="1362333" cy="136233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GB" sz="1700" kern="1200" dirty="0">
              <a:latin typeface="+mj-lt"/>
            </a:rPr>
            <a:t>Build</a:t>
          </a:r>
        </a:p>
      </dsp:txBody>
      <dsp:txXfrm>
        <a:off x="5584374" y="3378991"/>
        <a:ext cx="963315" cy="963315"/>
      </dsp:txXfrm>
    </dsp:sp>
    <dsp:sp modelId="{64480964-36FA-41E2-8A99-0D9E8D6F5774}">
      <dsp:nvSpPr>
        <dsp:cNvPr id="0" name=""/>
        <dsp:cNvSpPr/>
      </dsp:nvSpPr>
      <dsp:spPr>
        <a:xfrm>
          <a:off x="3550040" y="4238818"/>
          <a:ext cx="1362333" cy="136233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GB" sz="1700" kern="1200" dirty="0">
              <a:latin typeface="+mj-lt"/>
            </a:rPr>
            <a:t>Test</a:t>
          </a:r>
        </a:p>
      </dsp:txBody>
      <dsp:txXfrm>
        <a:off x="3749549" y="4438327"/>
        <a:ext cx="963315" cy="963315"/>
      </dsp:txXfrm>
    </dsp:sp>
    <dsp:sp modelId="{8806BA70-7A17-4D11-8198-7A0D83B5E12B}">
      <dsp:nvSpPr>
        <dsp:cNvPr id="0" name=""/>
        <dsp:cNvSpPr/>
      </dsp:nvSpPr>
      <dsp:spPr>
        <a:xfrm>
          <a:off x="1715216" y="3179482"/>
          <a:ext cx="1362333" cy="136233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GB" sz="1700" kern="1200" dirty="0">
              <a:latin typeface="+mj-lt"/>
            </a:rPr>
            <a:t>Release</a:t>
          </a:r>
        </a:p>
      </dsp:txBody>
      <dsp:txXfrm>
        <a:off x="1914725" y="3378991"/>
        <a:ext cx="963315" cy="963315"/>
      </dsp:txXfrm>
    </dsp:sp>
    <dsp:sp modelId="{60DC5A0E-17DA-4B0B-BEC2-1E83D7101E81}">
      <dsp:nvSpPr>
        <dsp:cNvPr id="0" name=""/>
        <dsp:cNvSpPr/>
      </dsp:nvSpPr>
      <dsp:spPr>
        <a:xfrm>
          <a:off x="1715216" y="1060809"/>
          <a:ext cx="1362333" cy="136233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GB" sz="1700" kern="1200" dirty="0">
              <a:latin typeface="+mj-lt"/>
            </a:rPr>
            <a:t>Operate</a:t>
          </a:r>
        </a:p>
      </dsp:txBody>
      <dsp:txXfrm>
        <a:off x="1914725" y="1260318"/>
        <a:ext cx="963315" cy="9633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24D3A6-8425-4985-9887-3007A5739949}">
      <dsp:nvSpPr>
        <dsp:cNvPr id="0" name=""/>
        <dsp:cNvSpPr/>
      </dsp:nvSpPr>
      <dsp:spPr>
        <a:xfrm>
          <a:off x="4912" y="1211016"/>
          <a:ext cx="2233824" cy="8208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72390" numCol="1" spcCol="1270" anchor="t" anchorCtr="0">
          <a:noAutofit/>
        </a:bodyPr>
        <a:lstStyle/>
        <a:p>
          <a:pPr marL="0" lvl="0" indent="0" algn="l" defTabSz="844550">
            <a:lnSpc>
              <a:spcPct val="90000"/>
            </a:lnSpc>
            <a:spcBef>
              <a:spcPct val="0"/>
            </a:spcBef>
            <a:spcAft>
              <a:spcPct val="35000"/>
            </a:spcAft>
            <a:buNone/>
          </a:pPr>
          <a:r>
            <a:rPr lang="en-GB" sz="1900" kern="1200" dirty="0"/>
            <a:t>Sources</a:t>
          </a:r>
        </a:p>
      </dsp:txBody>
      <dsp:txXfrm>
        <a:off x="4912" y="1211016"/>
        <a:ext cx="2233824" cy="547200"/>
      </dsp:txXfrm>
    </dsp:sp>
    <dsp:sp modelId="{10C42DA6-E5EC-432C-9EE3-A0B3DBD402BC}">
      <dsp:nvSpPr>
        <dsp:cNvPr id="0" name=""/>
        <dsp:cNvSpPr/>
      </dsp:nvSpPr>
      <dsp:spPr>
        <a:xfrm>
          <a:off x="462443" y="1758216"/>
          <a:ext cx="2233824" cy="303311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171450" lvl="1" indent="-171450" algn="l" defTabSz="844550">
            <a:lnSpc>
              <a:spcPct val="90000"/>
            </a:lnSpc>
            <a:spcBef>
              <a:spcPct val="0"/>
            </a:spcBef>
            <a:spcAft>
              <a:spcPct val="15000"/>
            </a:spcAft>
            <a:buChar char="•"/>
          </a:pPr>
          <a:r>
            <a:rPr lang="en-GB" sz="1900" kern="1200" dirty="0"/>
            <a:t>Customizations</a:t>
          </a:r>
        </a:p>
        <a:p>
          <a:pPr marL="171450" lvl="1" indent="-171450" algn="l" defTabSz="844550">
            <a:lnSpc>
              <a:spcPct val="90000"/>
            </a:lnSpc>
            <a:spcBef>
              <a:spcPct val="0"/>
            </a:spcBef>
            <a:spcAft>
              <a:spcPct val="15000"/>
            </a:spcAft>
            <a:buChar char="•"/>
          </a:pPr>
          <a:r>
            <a:rPr lang="en-GB" sz="1900" kern="1200" dirty="0"/>
            <a:t>.NET Code (Plug-ins, CRM Packages)</a:t>
          </a:r>
        </a:p>
        <a:p>
          <a:pPr marL="171450" lvl="1" indent="-171450" algn="l" defTabSz="844550">
            <a:lnSpc>
              <a:spcPct val="90000"/>
            </a:lnSpc>
            <a:spcBef>
              <a:spcPct val="0"/>
            </a:spcBef>
            <a:spcAft>
              <a:spcPct val="15000"/>
            </a:spcAft>
            <a:buChar char="•"/>
          </a:pPr>
          <a:r>
            <a:rPr lang="en-GB" sz="1900" kern="1200" dirty="0"/>
            <a:t>Web Resources</a:t>
          </a:r>
        </a:p>
        <a:p>
          <a:pPr marL="171450" lvl="1" indent="-171450" algn="l" defTabSz="844550">
            <a:lnSpc>
              <a:spcPct val="90000"/>
            </a:lnSpc>
            <a:spcBef>
              <a:spcPct val="0"/>
            </a:spcBef>
            <a:spcAft>
              <a:spcPct val="15000"/>
            </a:spcAft>
            <a:buChar char="•"/>
          </a:pPr>
          <a:r>
            <a:rPr lang="en-GB" sz="1900" kern="1200" dirty="0"/>
            <a:t>Custom Controls</a:t>
          </a:r>
        </a:p>
        <a:p>
          <a:pPr marL="171450" lvl="1" indent="-171450" algn="l" defTabSz="844550">
            <a:lnSpc>
              <a:spcPct val="90000"/>
            </a:lnSpc>
            <a:spcBef>
              <a:spcPct val="0"/>
            </a:spcBef>
            <a:spcAft>
              <a:spcPct val="15000"/>
            </a:spcAft>
            <a:buChar char="•"/>
          </a:pPr>
          <a:r>
            <a:rPr lang="en-GB" sz="1900" kern="1200" dirty="0"/>
            <a:t>Reference Data</a:t>
          </a:r>
        </a:p>
      </dsp:txBody>
      <dsp:txXfrm>
        <a:off x="527869" y="1823642"/>
        <a:ext cx="2102972" cy="2902260"/>
      </dsp:txXfrm>
    </dsp:sp>
    <dsp:sp modelId="{5E6ADCBE-372D-4BA9-A979-5A31ECDCDC40}">
      <dsp:nvSpPr>
        <dsp:cNvPr id="0" name=""/>
        <dsp:cNvSpPr/>
      </dsp:nvSpPr>
      <dsp:spPr>
        <a:xfrm>
          <a:off x="2577376" y="1206537"/>
          <a:ext cx="717916" cy="556157"/>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GB" sz="1500" kern="1200"/>
        </a:p>
      </dsp:txBody>
      <dsp:txXfrm>
        <a:off x="2577376" y="1317768"/>
        <a:ext cx="551069" cy="333695"/>
      </dsp:txXfrm>
    </dsp:sp>
    <dsp:sp modelId="{E53EF5A2-9B51-4860-94D7-DCC04E9C7EA3}">
      <dsp:nvSpPr>
        <dsp:cNvPr id="0" name=""/>
        <dsp:cNvSpPr/>
      </dsp:nvSpPr>
      <dsp:spPr>
        <a:xfrm>
          <a:off x="3593295" y="1211016"/>
          <a:ext cx="2233824" cy="8208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72390" numCol="1" spcCol="1270" anchor="t" anchorCtr="0">
          <a:noAutofit/>
        </a:bodyPr>
        <a:lstStyle/>
        <a:p>
          <a:pPr marL="0" lvl="0" indent="0" algn="l" defTabSz="844550">
            <a:lnSpc>
              <a:spcPct val="90000"/>
            </a:lnSpc>
            <a:spcBef>
              <a:spcPct val="0"/>
            </a:spcBef>
            <a:spcAft>
              <a:spcPct val="35000"/>
            </a:spcAft>
            <a:buNone/>
          </a:pPr>
          <a:r>
            <a:rPr lang="en-GB" sz="1900" kern="1200" dirty="0"/>
            <a:t>Build</a:t>
          </a:r>
        </a:p>
      </dsp:txBody>
      <dsp:txXfrm>
        <a:off x="3593295" y="1211016"/>
        <a:ext cx="2233824" cy="547200"/>
      </dsp:txXfrm>
    </dsp:sp>
    <dsp:sp modelId="{21E181B6-3FD8-4DAC-8298-5C17B4D5C3CD}">
      <dsp:nvSpPr>
        <dsp:cNvPr id="0" name=""/>
        <dsp:cNvSpPr/>
      </dsp:nvSpPr>
      <dsp:spPr>
        <a:xfrm>
          <a:off x="4050826" y="1758216"/>
          <a:ext cx="2233824" cy="303311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171450" lvl="1" indent="-171450" algn="l" defTabSz="844550">
            <a:lnSpc>
              <a:spcPct val="90000"/>
            </a:lnSpc>
            <a:spcBef>
              <a:spcPct val="0"/>
            </a:spcBef>
            <a:spcAft>
              <a:spcPct val="15000"/>
            </a:spcAft>
            <a:buChar char="•"/>
          </a:pPr>
          <a:r>
            <a:rPr lang="en-GB" sz="1900" kern="1200" dirty="0"/>
            <a:t>Pack</a:t>
          </a:r>
        </a:p>
        <a:p>
          <a:pPr marL="171450" lvl="1" indent="-171450" algn="l" defTabSz="844550">
            <a:lnSpc>
              <a:spcPct val="90000"/>
            </a:lnSpc>
            <a:spcBef>
              <a:spcPct val="0"/>
            </a:spcBef>
            <a:spcAft>
              <a:spcPct val="15000"/>
            </a:spcAft>
            <a:buChar char="•"/>
          </a:pPr>
          <a:r>
            <a:rPr lang="en-GB" sz="1900" kern="1200" dirty="0"/>
            <a:t>Compile</a:t>
          </a:r>
        </a:p>
        <a:p>
          <a:pPr marL="171450" lvl="1" indent="-171450" algn="l" defTabSz="844550">
            <a:lnSpc>
              <a:spcPct val="90000"/>
            </a:lnSpc>
            <a:spcBef>
              <a:spcPct val="0"/>
            </a:spcBef>
            <a:spcAft>
              <a:spcPct val="15000"/>
            </a:spcAft>
            <a:buChar char="•"/>
          </a:pPr>
          <a:r>
            <a:rPr lang="en-GB" sz="1900" kern="1200" dirty="0"/>
            <a:t>Sign</a:t>
          </a:r>
        </a:p>
        <a:p>
          <a:pPr marL="171450" lvl="1" indent="-171450" algn="l" defTabSz="844550">
            <a:lnSpc>
              <a:spcPct val="90000"/>
            </a:lnSpc>
            <a:spcBef>
              <a:spcPct val="0"/>
            </a:spcBef>
            <a:spcAft>
              <a:spcPct val="15000"/>
            </a:spcAft>
            <a:buChar char="•"/>
          </a:pPr>
          <a:r>
            <a:rPr lang="en-GB" sz="1900" kern="1200" dirty="0"/>
            <a:t>Minify</a:t>
          </a:r>
        </a:p>
        <a:p>
          <a:pPr marL="171450" lvl="1" indent="-171450" algn="l" defTabSz="844550">
            <a:lnSpc>
              <a:spcPct val="90000"/>
            </a:lnSpc>
            <a:spcBef>
              <a:spcPct val="0"/>
            </a:spcBef>
            <a:spcAft>
              <a:spcPct val="15000"/>
            </a:spcAft>
            <a:buChar char="•"/>
          </a:pPr>
          <a:r>
            <a:rPr lang="en-GB" sz="1900" kern="1200" dirty="0"/>
            <a:t>Version</a:t>
          </a:r>
        </a:p>
        <a:p>
          <a:pPr marL="171450" lvl="1" indent="-171450" algn="l" defTabSz="844550">
            <a:lnSpc>
              <a:spcPct val="90000"/>
            </a:lnSpc>
            <a:spcBef>
              <a:spcPct val="0"/>
            </a:spcBef>
            <a:spcAft>
              <a:spcPct val="15000"/>
            </a:spcAft>
            <a:buChar char="•"/>
          </a:pPr>
          <a:r>
            <a:rPr lang="en-GB" sz="1900" kern="1200" dirty="0"/>
            <a:t>Run Static Analysis</a:t>
          </a:r>
        </a:p>
        <a:p>
          <a:pPr marL="171450" lvl="1" indent="-171450" algn="l" defTabSz="844550">
            <a:lnSpc>
              <a:spcPct val="90000"/>
            </a:lnSpc>
            <a:spcBef>
              <a:spcPct val="0"/>
            </a:spcBef>
            <a:spcAft>
              <a:spcPct val="15000"/>
            </a:spcAft>
            <a:buChar char="•"/>
          </a:pPr>
          <a:r>
            <a:rPr lang="en-GB" sz="1900" kern="1200" dirty="0"/>
            <a:t>Run Unit Tests</a:t>
          </a:r>
        </a:p>
      </dsp:txBody>
      <dsp:txXfrm>
        <a:off x="4116252" y="1823642"/>
        <a:ext cx="2102972" cy="2902260"/>
      </dsp:txXfrm>
    </dsp:sp>
    <dsp:sp modelId="{97B330FB-580F-44AC-B8D7-C75FE33FD7C0}">
      <dsp:nvSpPr>
        <dsp:cNvPr id="0" name=""/>
        <dsp:cNvSpPr/>
      </dsp:nvSpPr>
      <dsp:spPr>
        <a:xfrm>
          <a:off x="6165759" y="1206537"/>
          <a:ext cx="717916" cy="556157"/>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GB" sz="1500" kern="1200"/>
        </a:p>
      </dsp:txBody>
      <dsp:txXfrm>
        <a:off x="6165759" y="1317768"/>
        <a:ext cx="551069" cy="333695"/>
      </dsp:txXfrm>
    </dsp:sp>
    <dsp:sp modelId="{47295986-DACE-425A-84B0-E664787F38E3}">
      <dsp:nvSpPr>
        <dsp:cNvPr id="0" name=""/>
        <dsp:cNvSpPr/>
      </dsp:nvSpPr>
      <dsp:spPr>
        <a:xfrm>
          <a:off x="7181678" y="1211016"/>
          <a:ext cx="2233824" cy="8208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72390" numCol="1" spcCol="1270" anchor="t" anchorCtr="0">
          <a:noAutofit/>
        </a:bodyPr>
        <a:lstStyle/>
        <a:p>
          <a:pPr marL="0" lvl="0" indent="0" algn="l" defTabSz="844550">
            <a:lnSpc>
              <a:spcPct val="90000"/>
            </a:lnSpc>
            <a:spcBef>
              <a:spcPct val="0"/>
            </a:spcBef>
            <a:spcAft>
              <a:spcPct val="35000"/>
            </a:spcAft>
            <a:buNone/>
          </a:pPr>
          <a:r>
            <a:rPr lang="en-GB" sz="1900" kern="1200" dirty="0"/>
            <a:t>Artifacts</a:t>
          </a:r>
        </a:p>
      </dsp:txBody>
      <dsp:txXfrm>
        <a:off x="7181678" y="1211016"/>
        <a:ext cx="2233824" cy="547200"/>
      </dsp:txXfrm>
    </dsp:sp>
    <dsp:sp modelId="{3E1AEA04-6E5B-48C8-A007-B09A7ACB56D7}">
      <dsp:nvSpPr>
        <dsp:cNvPr id="0" name=""/>
        <dsp:cNvSpPr/>
      </dsp:nvSpPr>
      <dsp:spPr>
        <a:xfrm>
          <a:off x="7639208" y="1758216"/>
          <a:ext cx="2233824" cy="303311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171450" lvl="1" indent="-171450" algn="l" defTabSz="844550">
            <a:lnSpc>
              <a:spcPct val="90000"/>
            </a:lnSpc>
            <a:spcBef>
              <a:spcPct val="0"/>
            </a:spcBef>
            <a:spcAft>
              <a:spcPct val="15000"/>
            </a:spcAft>
            <a:buChar char="•"/>
          </a:pPr>
          <a:r>
            <a:rPr lang="en-GB" sz="1900" kern="1200" dirty="0"/>
            <a:t>Solutions</a:t>
          </a:r>
        </a:p>
        <a:p>
          <a:pPr marL="171450" lvl="1" indent="-171450" algn="l" defTabSz="844550">
            <a:lnSpc>
              <a:spcPct val="90000"/>
            </a:lnSpc>
            <a:spcBef>
              <a:spcPct val="0"/>
            </a:spcBef>
            <a:spcAft>
              <a:spcPct val="15000"/>
            </a:spcAft>
            <a:buChar char="•"/>
          </a:pPr>
          <a:r>
            <a:rPr lang="en-GB" sz="1900" kern="1200" dirty="0"/>
            <a:t>Packages</a:t>
          </a:r>
        </a:p>
        <a:p>
          <a:pPr marL="171450" lvl="1" indent="-171450" algn="l" defTabSz="844550">
            <a:lnSpc>
              <a:spcPct val="90000"/>
            </a:lnSpc>
            <a:spcBef>
              <a:spcPct val="0"/>
            </a:spcBef>
            <a:spcAft>
              <a:spcPct val="15000"/>
            </a:spcAft>
            <a:buChar char="•"/>
          </a:pPr>
          <a:r>
            <a:rPr lang="en-GB" sz="1900" kern="1200" dirty="0"/>
            <a:t>Data</a:t>
          </a:r>
        </a:p>
        <a:p>
          <a:pPr marL="171450" lvl="1" indent="-171450" algn="l" defTabSz="844550">
            <a:lnSpc>
              <a:spcPct val="90000"/>
            </a:lnSpc>
            <a:spcBef>
              <a:spcPct val="0"/>
            </a:spcBef>
            <a:spcAft>
              <a:spcPct val="15000"/>
            </a:spcAft>
            <a:buChar char="•"/>
          </a:pPr>
          <a:r>
            <a:rPr lang="en-GB" sz="1900" kern="1200" dirty="0"/>
            <a:t>Tests</a:t>
          </a:r>
        </a:p>
      </dsp:txBody>
      <dsp:txXfrm>
        <a:off x="7704634" y="1823642"/>
        <a:ext cx="2102972" cy="29022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24D3A6-8425-4985-9887-3007A5739949}">
      <dsp:nvSpPr>
        <dsp:cNvPr id="0" name=""/>
        <dsp:cNvSpPr/>
      </dsp:nvSpPr>
      <dsp:spPr>
        <a:xfrm>
          <a:off x="4912" y="707860"/>
          <a:ext cx="2233824" cy="7775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GB" sz="1800" kern="1200" dirty="0"/>
            <a:t>Artifacts</a:t>
          </a:r>
        </a:p>
      </dsp:txBody>
      <dsp:txXfrm>
        <a:off x="4912" y="707860"/>
        <a:ext cx="2233824" cy="518400"/>
      </dsp:txXfrm>
    </dsp:sp>
    <dsp:sp modelId="{10C42DA6-E5EC-432C-9EE3-A0B3DBD402BC}">
      <dsp:nvSpPr>
        <dsp:cNvPr id="0" name=""/>
        <dsp:cNvSpPr/>
      </dsp:nvSpPr>
      <dsp:spPr>
        <a:xfrm>
          <a:off x="462443" y="1226260"/>
          <a:ext cx="2233824" cy="40682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n-GB" sz="1800" kern="1200" dirty="0"/>
            <a:t>Solutions</a:t>
          </a:r>
        </a:p>
        <a:p>
          <a:pPr marL="171450" lvl="1" indent="-171450" algn="l" defTabSz="800100">
            <a:lnSpc>
              <a:spcPct val="90000"/>
            </a:lnSpc>
            <a:spcBef>
              <a:spcPct val="0"/>
            </a:spcBef>
            <a:spcAft>
              <a:spcPct val="15000"/>
            </a:spcAft>
            <a:buChar char="•"/>
          </a:pPr>
          <a:r>
            <a:rPr lang="en-GB" sz="1800" kern="1200" dirty="0"/>
            <a:t>Packages</a:t>
          </a:r>
        </a:p>
        <a:p>
          <a:pPr marL="171450" lvl="1" indent="-171450" algn="l" defTabSz="800100">
            <a:lnSpc>
              <a:spcPct val="90000"/>
            </a:lnSpc>
            <a:spcBef>
              <a:spcPct val="0"/>
            </a:spcBef>
            <a:spcAft>
              <a:spcPct val="15000"/>
            </a:spcAft>
            <a:buChar char="•"/>
          </a:pPr>
          <a:r>
            <a:rPr lang="en-GB" sz="1800" kern="1200" dirty="0"/>
            <a:t>Data</a:t>
          </a:r>
        </a:p>
        <a:p>
          <a:pPr marL="171450" lvl="1" indent="-171450" algn="l" defTabSz="800100">
            <a:lnSpc>
              <a:spcPct val="90000"/>
            </a:lnSpc>
            <a:spcBef>
              <a:spcPct val="0"/>
            </a:spcBef>
            <a:spcAft>
              <a:spcPct val="15000"/>
            </a:spcAft>
            <a:buChar char="•"/>
          </a:pPr>
          <a:r>
            <a:rPr lang="en-GB" sz="1800" kern="1200" dirty="0"/>
            <a:t>Tests</a:t>
          </a:r>
        </a:p>
      </dsp:txBody>
      <dsp:txXfrm>
        <a:off x="527869" y="1291686"/>
        <a:ext cx="2102972" cy="3937373"/>
      </dsp:txXfrm>
    </dsp:sp>
    <dsp:sp modelId="{5E6ADCBE-372D-4BA9-A979-5A31ECDCDC40}">
      <dsp:nvSpPr>
        <dsp:cNvPr id="0" name=""/>
        <dsp:cNvSpPr/>
      </dsp:nvSpPr>
      <dsp:spPr>
        <a:xfrm>
          <a:off x="2577376" y="688981"/>
          <a:ext cx="717916" cy="556157"/>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2577376" y="800212"/>
        <a:ext cx="551069" cy="333695"/>
      </dsp:txXfrm>
    </dsp:sp>
    <dsp:sp modelId="{E53EF5A2-9B51-4860-94D7-DCC04E9C7EA3}">
      <dsp:nvSpPr>
        <dsp:cNvPr id="0" name=""/>
        <dsp:cNvSpPr/>
      </dsp:nvSpPr>
      <dsp:spPr>
        <a:xfrm>
          <a:off x="3593295" y="707860"/>
          <a:ext cx="2233824" cy="7775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GB" sz="1800" kern="1200" dirty="0"/>
            <a:t>Release</a:t>
          </a:r>
        </a:p>
      </dsp:txBody>
      <dsp:txXfrm>
        <a:off x="3593295" y="707860"/>
        <a:ext cx="2233824" cy="518400"/>
      </dsp:txXfrm>
    </dsp:sp>
    <dsp:sp modelId="{21E181B6-3FD8-4DAC-8298-5C17B4D5C3CD}">
      <dsp:nvSpPr>
        <dsp:cNvPr id="0" name=""/>
        <dsp:cNvSpPr/>
      </dsp:nvSpPr>
      <dsp:spPr>
        <a:xfrm>
          <a:off x="4050826" y="1226260"/>
          <a:ext cx="2233824" cy="40682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n-GB" sz="1800" kern="1200" dirty="0"/>
            <a:t>Approvals</a:t>
          </a:r>
        </a:p>
        <a:p>
          <a:pPr marL="171450" lvl="1" indent="-171450" algn="l" defTabSz="800100">
            <a:lnSpc>
              <a:spcPct val="90000"/>
            </a:lnSpc>
            <a:spcBef>
              <a:spcPct val="0"/>
            </a:spcBef>
            <a:spcAft>
              <a:spcPct val="15000"/>
            </a:spcAft>
            <a:buChar char="•"/>
          </a:pPr>
          <a:r>
            <a:rPr lang="en-GB" sz="1800" kern="1200" dirty="0"/>
            <a:t>Provision Environments</a:t>
          </a:r>
        </a:p>
        <a:p>
          <a:pPr marL="171450" lvl="1" indent="-171450" algn="l" defTabSz="800100">
            <a:lnSpc>
              <a:spcPct val="90000"/>
            </a:lnSpc>
            <a:spcBef>
              <a:spcPct val="0"/>
            </a:spcBef>
            <a:spcAft>
              <a:spcPct val="15000"/>
            </a:spcAft>
            <a:buChar char="•"/>
          </a:pPr>
          <a:r>
            <a:rPr lang="en-GB" sz="1800" kern="1200" dirty="0"/>
            <a:t>Backup/Rollback</a:t>
          </a:r>
        </a:p>
        <a:p>
          <a:pPr marL="171450" lvl="1" indent="-171450" algn="l" defTabSz="800100">
            <a:lnSpc>
              <a:spcPct val="90000"/>
            </a:lnSpc>
            <a:spcBef>
              <a:spcPct val="0"/>
            </a:spcBef>
            <a:spcAft>
              <a:spcPct val="15000"/>
            </a:spcAft>
            <a:buChar char="•"/>
          </a:pPr>
          <a:r>
            <a:rPr lang="en-GB" sz="1800" kern="1200" dirty="0"/>
            <a:t>Import Solutions</a:t>
          </a:r>
        </a:p>
        <a:p>
          <a:pPr marL="171450" lvl="1" indent="-171450" algn="l" defTabSz="800100">
            <a:lnSpc>
              <a:spcPct val="90000"/>
            </a:lnSpc>
            <a:spcBef>
              <a:spcPct val="0"/>
            </a:spcBef>
            <a:spcAft>
              <a:spcPct val="15000"/>
            </a:spcAft>
            <a:buChar char="•"/>
          </a:pPr>
          <a:r>
            <a:rPr lang="en-GB" sz="1800" kern="1200" dirty="0"/>
            <a:t>Execute Packages</a:t>
          </a:r>
        </a:p>
        <a:p>
          <a:pPr marL="171450" lvl="1" indent="-171450" algn="l" defTabSz="800100">
            <a:lnSpc>
              <a:spcPct val="90000"/>
            </a:lnSpc>
            <a:spcBef>
              <a:spcPct val="0"/>
            </a:spcBef>
            <a:spcAft>
              <a:spcPct val="15000"/>
            </a:spcAft>
            <a:buChar char="•"/>
          </a:pPr>
          <a:r>
            <a:rPr lang="en-GB" sz="1800" kern="1200" dirty="0"/>
            <a:t>Import Data</a:t>
          </a:r>
        </a:p>
        <a:p>
          <a:pPr marL="171450" lvl="1" indent="-171450" algn="l" defTabSz="800100">
            <a:lnSpc>
              <a:spcPct val="90000"/>
            </a:lnSpc>
            <a:spcBef>
              <a:spcPct val="0"/>
            </a:spcBef>
            <a:spcAft>
              <a:spcPct val="15000"/>
            </a:spcAft>
            <a:buChar char="•"/>
          </a:pPr>
          <a:r>
            <a:rPr lang="en-GB" sz="1800" kern="1200" dirty="0"/>
            <a:t>Additional Steps</a:t>
          </a:r>
        </a:p>
        <a:p>
          <a:pPr marL="171450" lvl="1" indent="-171450" algn="l" defTabSz="800100">
            <a:lnSpc>
              <a:spcPct val="90000"/>
            </a:lnSpc>
            <a:spcBef>
              <a:spcPct val="0"/>
            </a:spcBef>
            <a:spcAft>
              <a:spcPct val="15000"/>
            </a:spcAft>
            <a:buChar char="•"/>
          </a:pPr>
          <a:r>
            <a:rPr lang="en-GB" sz="1800" kern="1200" dirty="0"/>
            <a:t>Execute Tests</a:t>
          </a:r>
        </a:p>
        <a:p>
          <a:pPr marL="171450" lvl="1" indent="-171450" algn="l" defTabSz="800100">
            <a:lnSpc>
              <a:spcPct val="90000"/>
            </a:lnSpc>
            <a:spcBef>
              <a:spcPct val="0"/>
            </a:spcBef>
            <a:spcAft>
              <a:spcPct val="15000"/>
            </a:spcAft>
            <a:buChar char="•"/>
          </a:pPr>
          <a:r>
            <a:rPr lang="en-GB" sz="1800" kern="1200" dirty="0"/>
            <a:t>Notifications</a:t>
          </a:r>
        </a:p>
      </dsp:txBody>
      <dsp:txXfrm>
        <a:off x="4116252" y="1291686"/>
        <a:ext cx="2102972" cy="3937373"/>
      </dsp:txXfrm>
    </dsp:sp>
    <dsp:sp modelId="{97B330FB-580F-44AC-B8D7-C75FE33FD7C0}">
      <dsp:nvSpPr>
        <dsp:cNvPr id="0" name=""/>
        <dsp:cNvSpPr/>
      </dsp:nvSpPr>
      <dsp:spPr>
        <a:xfrm>
          <a:off x="6165759" y="688981"/>
          <a:ext cx="717916" cy="556157"/>
        </a:xfrm>
        <a:prstGeom prst="rightArrow">
          <a:avLst>
            <a:gd name="adj1" fmla="val 60000"/>
            <a:gd name="adj2" fmla="val 50000"/>
          </a:avLst>
        </a:prstGeom>
        <a:solidFill>
          <a:schemeClr val="tx2"/>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6165759" y="800212"/>
        <a:ext cx="551069" cy="333695"/>
      </dsp:txXfrm>
    </dsp:sp>
    <dsp:sp modelId="{47295986-DACE-425A-84B0-E664787F38E3}">
      <dsp:nvSpPr>
        <dsp:cNvPr id="0" name=""/>
        <dsp:cNvSpPr/>
      </dsp:nvSpPr>
      <dsp:spPr>
        <a:xfrm>
          <a:off x="7181678" y="707860"/>
          <a:ext cx="2233824" cy="7775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GB" sz="1800" kern="1200" dirty="0"/>
            <a:t>Environments</a:t>
          </a:r>
        </a:p>
      </dsp:txBody>
      <dsp:txXfrm>
        <a:off x="7181678" y="707860"/>
        <a:ext cx="2233824" cy="518400"/>
      </dsp:txXfrm>
    </dsp:sp>
    <dsp:sp modelId="{3E1AEA04-6E5B-48C8-A007-B09A7ACB56D7}">
      <dsp:nvSpPr>
        <dsp:cNvPr id="0" name=""/>
        <dsp:cNvSpPr/>
      </dsp:nvSpPr>
      <dsp:spPr>
        <a:xfrm>
          <a:off x="7639208" y="1226260"/>
          <a:ext cx="2233824" cy="40682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n-GB" sz="1800" kern="1200" dirty="0"/>
            <a:t>Dev</a:t>
          </a:r>
        </a:p>
        <a:p>
          <a:pPr marL="171450" lvl="1" indent="-171450" algn="l" defTabSz="800100">
            <a:lnSpc>
              <a:spcPct val="90000"/>
            </a:lnSpc>
            <a:spcBef>
              <a:spcPct val="0"/>
            </a:spcBef>
            <a:spcAft>
              <a:spcPct val="15000"/>
            </a:spcAft>
            <a:buChar char="•"/>
          </a:pPr>
          <a:r>
            <a:rPr lang="en-GB" sz="1800" kern="1200" dirty="0"/>
            <a:t>PoC</a:t>
          </a:r>
        </a:p>
        <a:p>
          <a:pPr marL="171450" lvl="1" indent="-171450" algn="l" defTabSz="800100">
            <a:lnSpc>
              <a:spcPct val="90000"/>
            </a:lnSpc>
            <a:spcBef>
              <a:spcPct val="0"/>
            </a:spcBef>
            <a:spcAft>
              <a:spcPct val="15000"/>
            </a:spcAft>
            <a:buChar char="•"/>
          </a:pPr>
          <a:r>
            <a:rPr lang="en-GB" sz="1800" kern="1200" dirty="0"/>
            <a:t>Demo</a:t>
          </a:r>
        </a:p>
        <a:p>
          <a:pPr marL="171450" lvl="1" indent="-171450" algn="l" defTabSz="800100">
            <a:lnSpc>
              <a:spcPct val="90000"/>
            </a:lnSpc>
            <a:spcBef>
              <a:spcPct val="0"/>
            </a:spcBef>
            <a:spcAft>
              <a:spcPct val="15000"/>
            </a:spcAft>
            <a:buChar char="•"/>
          </a:pPr>
          <a:r>
            <a:rPr lang="en-GB" sz="1800" kern="1200" dirty="0"/>
            <a:t>Test</a:t>
          </a:r>
        </a:p>
        <a:p>
          <a:pPr marL="171450" lvl="1" indent="-171450" algn="l" defTabSz="800100">
            <a:lnSpc>
              <a:spcPct val="90000"/>
            </a:lnSpc>
            <a:spcBef>
              <a:spcPct val="0"/>
            </a:spcBef>
            <a:spcAft>
              <a:spcPct val="15000"/>
            </a:spcAft>
            <a:buChar char="•"/>
          </a:pPr>
          <a:r>
            <a:rPr lang="en-GB" sz="1800" kern="1200" dirty="0"/>
            <a:t>SIT</a:t>
          </a:r>
        </a:p>
        <a:p>
          <a:pPr marL="171450" lvl="1" indent="-171450" algn="l" defTabSz="800100">
            <a:lnSpc>
              <a:spcPct val="90000"/>
            </a:lnSpc>
            <a:spcBef>
              <a:spcPct val="0"/>
            </a:spcBef>
            <a:spcAft>
              <a:spcPct val="15000"/>
            </a:spcAft>
            <a:buChar char="•"/>
          </a:pPr>
          <a:r>
            <a:rPr lang="en-GB" sz="1800" kern="1200" dirty="0"/>
            <a:t>UAT</a:t>
          </a:r>
        </a:p>
        <a:p>
          <a:pPr marL="171450" lvl="1" indent="-171450" algn="l" defTabSz="800100">
            <a:lnSpc>
              <a:spcPct val="90000"/>
            </a:lnSpc>
            <a:spcBef>
              <a:spcPct val="0"/>
            </a:spcBef>
            <a:spcAft>
              <a:spcPct val="15000"/>
            </a:spcAft>
            <a:buChar char="•"/>
          </a:pPr>
          <a:r>
            <a:rPr lang="en-GB" sz="1800" kern="1200" dirty="0"/>
            <a:t>OAT</a:t>
          </a:r>
        </a:p>
        <a:p>
          <a:pPr marL="171450" lvl="1" indent="-171450" algn="l" defTabSz="800100">
            <a:lnSpc>
              <a:spcPct val="90000"/>
            </a:lnSpc>
            <a:spcBef>
              <a:spcPct val="0"/>
            </a:spcBef>
            <a:spcAft>
              <a:spcPct val="15000"/>
            </a:spcAft>
            <a:buChar char="•"/>
          </a:pPr>
          <a:r>
            <a:rPr lang="en-GB" sz="1800" kern="1200" dirty="0"/>
            <a:t>Training</a:t>
          </a:r>
        </a:p>
        <a:p>
          <a:pPr marL="171450" lvl="1" indent="-171450" algn="l" defTabSz="800100">
            <a:lnSpc>
              <a:spcPct val="90000"/>
            </a:lnSpc>
            <a:spcBef>
              <a:spcPct val="0"/>
            </a:spcBef>
            <a:spcAft>
              <a:spcPct val="15000"/>
            </a:spcAft>
            <a:buChar char="•"/>
          </a:pPr>
          <a:r>
            <a:rPr lang="en-GB" sz="1800" kern="1200" dirty="0"/>
            <a:t>Pre-Prod</a:t>
          </a:r>
        </a:p>
        <a:p>
          <a:pPr marL="171450" lvl="1" indent="-171450" algn="l" defTabSz="800100">
            <a:lnSpc>
              <a:spcPct val="90000"/>
            </a:lnSpc>
            <a:spcBef>
              <a:spcPct val="0"/>
            </a:spcBef>
            <a:spcAft>
              <a:spcPct val="15000"/>
            </a:spcAft>
            <a:buChar char="•"/>
          </a:pPr>
          <a:r>
            <a:rPr lang="en-GB" sz="1800" kern="1200" dirty="0"/>
            <a:t>Prod</a:t>
          </a:r>
        </a:p>
      </dsp:txBody>
      <dsp:txXfrm>
        <a:off x="7704634" y="1291686"/>
        <a:ext cx="2102972" cy="3937373"/>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D94F0C-0140-4943-BDC7-E14B7DFA33E3}" type="datetimeFigureOut">
              <a:rPr lang="en-GB" smtClean="0"/>
              <a:t>21/04/2026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D61FD4-0D1B-46E1-9586-D34C965386CF}" type="slidenum">
              <a:rPr lang="en-GB" smtClean="0"/>
              <a:t>‹#›</a:t>
            </a:fld>
            <a:endParaRPr lang="en-GB"/>
          </a:p>
        </p:txBody>
      </p:sp>
    </p:spTree>
    <p:extLst>
      <p:ext uri="{BB962C8B-B14F-4D97-AF65-F5344CB8AC3E}">
        <p14:creationId xmlns:p14="http://schemas.microsoft.com/office/powerpoint/2010/main" val="3881144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D61FD4-0D1B-46E1-9586-D34C965386CF}" type="slidenum">
              <a:rPr lang="en-GB" smtClean="0"/>
              <a:t>5</a:t>
            </a:fld>
            <a:endParaRPr lang="en-GB"/>
          </a:p>
        </p:txBody>
      </p:sp>
    </p:spTree>
    <p:extLst>
      <p:ext uri="{BB962C8B-B14F-4D97-AF65-F5344CB8AC3E}">
        <p14:creationId xmlns:p14="http://schemas.microsoft.com/office/powerpoint/2010/main" val="18645178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D61FD4-0D1B-46E1-9586-D34C965386CF}" type="slidenum">
              <a:rPr lang="en-GB" smtClean="0"/>
              <a:t>6</a:t>
            </a:fld>
            <a:endParaRPr lang="en-GB"/>
          </a:p>
        </p:txBody>
      </p:sp>
    </p:spTree>
    <p:extLst>
      <p:ext uri="{BB962C8B-B14F-4D97-AF65-F5344CB8AC3E}">
        <p14:creationId xmlns:p14="http://schemas.microsoft.com/office/powerpoint/2010/main" val="24959820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D61FD4-0D1B-46E1-9586-D34C965386CF}" type="slidenum">
              <a:rPr lang="en-GB" smtClean="0"/>
              <a:t>9</a:t>
            </a:fld>
            <a:endParaRPr lang="en-GB"/>
          </a:p>
        </p:txBody>
      </p:sp>
    </p:spTree>
    <p:extLst>
      <p:ext uri="{BB962C8B-B14F-4D97-AF65-F5344CB8AC3E}">
        <p14:creationId xmlns:p14="http://schemas.microsoft.com/office/powerpoint/2010/main" val="110732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D61FD4-0D1B-46E1-9586-D34C965386CF}" type="slidenum">
              <a:rPr lang="en-GB" smtClean="0"/>
              <a:t>17</a:t>
            </a:fld>
            <a:endParaRPr lang="en-GB"/>
          </a:p>
        </p:txBody>
      </p:sp>
    </p:spTree>
    <p:extLst>
      <p:ext uri="{BB962C8B-B14F-4D97-AF65-F5344CB8AC3E}">
        <p14:creationId xmlns:p14="http://schemas.microsoft.com/office/powerpoint/2010/main" val="900241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D61FD4-0D1B-46E1-9586-D34C965386CF}" type="slidenum">
              <a:rPr lang="en-GB" smtClean="0"/>
              <a:t>18</a:t>
            </a:fld>
            <a:endParaRPr lang="en-GB"/>
          </a:p>
        </p:txBody>
      </p:sp>
    </p:spTree>
    <p:extLst>
      <p:ext uri="{BB962C8B-B14F-4D97-AF65-F5344CB8AC3E}">
        <p14:creationId xmlns:p14="http://schemas.microsoft.com/office/powerpoint/2010/main" val="2554478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https://marketplace.visualstudio.com/items?itemName=microsoft-IsvExpTools.PowerPlatform-BuildTools</a:t>
            </a:r>
          </a:p>
        </p:txBody>
      </p:sp>
      <p:sp>
        <p:nvSpPr>
          <p:cNvPr id="4" name="Slide Number Placeholder 3"/>
          <p:cNvSpPr>
            <a:spLocks noGrp="1"/>
          </p:cNvSpPr>
          <p:nvPr>
            <p:ph type="sldNum" sz="quarter" idx="5"/>
          </p:nvPr>
        </p:nvSpPr>
        <p:spPr/>
        <p:txBody>
          <a:bodyPr/>
          <a:lstStyle/>
          <a:p>
            <a:fld id="{DFD61FD4-0D1B-46E1-9586-D34C965386CF}" type="slidenum">
              <a:rPr lang="en-GB" smtClean="0"/>
              <a:t>19</a:t>
            </a:fld>
            <a:endParaRPr lang="en-GB"/>
          </a:p>
        </p:txBody>
      </p:sp>
    </p:spTree>
    <p:extLst>
      <p:ext uri="{BB962C8B-B14F-4D97-AF65-F5344CB8AC3E}">
        <p14:creationId xmlns:p14="http://schemas.microsoft.com/office/powerpoint/2010/main" val="11287753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FD61FD4-0D1B-46E1-9586-D34C965386CF}" type="slidenum">
              <a:rPr lang="en-GB" smtClean="0"/>
              <a:t>20</a:t>
            </a:fld>
            <a:endParaRPr lang="en-GB"/>
          </a:p>
        </p:txBody>
      </p:sp>
    </p:spTree>
    <p:extLst>
      <p:ext uri="{BB962C8B-B14F-4D97-AF65-F5344CB8AC3E}">
        <p14:creationId xmlns:p14="http://schemas.microsoft.com/office/powerpoint/2010/main" val="161412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D4AD7-C744-C695-850A-3D7BE7CA1C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8D77F8-E1C4-DBEC-D58C-B24F72A9AF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BDC4C8-A29D-821D-BD65-1F58EA5DBF3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F7904F4-D493-C7B0-D716-C1DF02F70DE2}"/>
              </a:ext>
            </a:extLst>
          </p:cNvPr>
          <p:cNvSpPr>
            <a:spLocks noGrp="1"/>
          </p:cNvSpPr>
          <p:nvPr>
            <p:ph type="sldNum" sz="quarter" idx="5"/>
          </p:nvPr>
        </p:nvSpPr>
        <p:spPr/>
        <p:txBody>
          <a:bodyPr/>
          <a:lstStyle/>
          <a:p>
            <a:fld id="{DFD61FD4-0D1B-46E1-9586-D34C965386CF}" type="slidenum">
              <a:rPr lang="en-GB" smtClean="0"/>
              <a:t>21</a:t>
            </a:fld>
            <a:endParaRPr lang="en-GB"/>
          </a:p>
        </p:txBody>
      </p:sp>
    </p:spTree>
    <p:extLst>
      <p:ext uri="{BB962C8B-B14F-4D97-AF65-F5344CB8AC3E}">
        <p14:creationId xmlns:p14="http://schemas.microsoft.com/office/powerpoint/2010/main" val="21036161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7180A0E2-9F33-446C-9717-BEE71AE601F7}"/>
              </a:ext>
            </a:extLst>
          </p:cNvPr>
          <p:cNvSpPr>
            <a:spLocks noGrp="1"/>
          </p:cNvSpPr>
          <p:nvPr>
            <p:ph type="ctrTitle"/>
          </p:nvPr>
        </p:nvSpPr>
        <p:spPr>
          <a:xfrm>
            <a:off x="3048000" y="1390286"/>
            <a:ext cx="9144000" cy="2387600"/>
          </a:xfrm>
        </p:spPr>
        <p:txBody>
          <a:bodyPr anchor="b"/>
          <a:lstStyle>
            <a:lvl1pPr algn="ctr">
              <a:defRPr sz="6000">
                <a:solidFill>
                  <a:schemeClr val="tx2"/>
                </a:solidFill>
              </a:defRPr>
            </a:lvl1pPr>
          </a:lstStyle>
          <a:p>
            <a:r>
              <a:rPr lang="en-US" dirty="0"/>
              <a:t>Click to edit Master title style</a:t>
            </a:r>
            <a:endParaRPr lang="en-GB" dirty="0"/>
          </a:p>
        </p:txBody>
      </p:sp>
      <p:sp>
        <p:nvSpPr>
          <p:cNvPr id="28" name="Subtitle 2">
            <a:extLst>
              <a:ext uri="{FF2B5EF4-FFF2-40B4-BE49-F238E27FC236}">
                <a16:creationId xmlns:a16="http://schemas.microsoft.com/office/drawing/2014/main" id="{BA23C081-1676-455A-89D6-83CC54D87262}"/>
              </a:ext>
            </a:extLst>
          </p:cNvPr>
          <p:cNvSpPr>
            <a:spLocks noGrp="1"/>
          </p:cNvSpPr>
          <p:nvPr>
            <p:ph type="subTitle" idx="1"/>
          </p:nvPr>
        </p:nvSpPr>
        <p:spPr>
          <a:xfrm>
            <a:off x="3047999" y="3777886"/>
            <a:ext cx="9144000" cy="1655762"/>
          </a:xfrm>
        </p:spPr>
        <p:txBody>
          <a:bodyPr/>
          <a:lstStyle>
            <a:lvl1pPr marL="0" indent="0" algn="ctr">
              <a:buNone/>
              <a:defRPr sz="24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29" name="Rectangle 28">
            <a:extLst>
              <a:ext uri="{FF2B5EF4-FFF2-40B4-BE49-F238E27FC236}">
                <a16:creationId xmlns:a16="http://schemas.microsoft.com/office/drawing/2014/main" id="{31B50E79-9D5C-414E-8ABC-3C68D90239F2}"/>
              </a:ext>
            </a:extLst>
          </p:cNvPr>
          <p:cNvSpPr/>
          <p:nvPr userDrawn="1"/>
        </p:nvSpPr>
        <p:spPr>
          <a:xfrm>
            <a:off x="1" y="1"/>
            <a:ext cx="136477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ight Triangle 29">
            <a:extLst>
              <a:ext uri="{FF2B5EF4-FFF2-40B4-BE49-F238E27FC236}">
                <a16:creationId xmlns:a16="http://schemas.microsoft.com/office/drawing/2014/main" id="{F9CE60D6-C19D-45EA-B592-41EDBAD085D8}"/>
              </a:ext>
            </a:extLst>
          </p:cNvPr>
          <p:cNvSpPr/>
          <p:nvPr userDrawn="1"/>
        </p:nvSpPr>
        <p:spPr>
          <a:xfrm flipV="1">
            <a:off x="1364777" y="-3"/>
            <a:ext cx="2051713" cy="6857999"/>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1" name="Picture 30">
            <a:extLst>
              <a:ext uri="{FF2B5EF4-FFF2-40B4-BE49-F238E27FC236}">
                <a16:creationId xmlns:a16="http://schemas.microsoft.com/office/drawing/2014/main" id="{09C3E278-DE91-420A-92BF-F8862359CA0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00084"/>
            <a:ext cx="788800" cy="631040"/>
          </a:xfrm>
          <a:prstGeom prst="rect">
            <a:avLst/>
          </a:prstGeom>
        </p:spPr>
      </p:pic>
      <p:pic>
        <p:nvPicPr>
          <p:cNvPr id="32" name="Picture 31">
            <a:extLst>
              <a:ext uri="{FF2B5EF4-FFF2-40B4-BE49-F238E27FC236}">
                <a16:creationId xmlns:a16="http://schemas.microsoft.com/office/drawing/2014/main" id="{FE5BE7A6-5699-4E3E-BF42-B71FC8AD272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78008" y="133433"/>
            <a:ext cx="2269991" cy="564342"/>
          </a:xfrm>
          <a:prstGeom prst="rect">
            <a:avLst/>
          </a:prstGeom>
        </p:spPr>
      </p:pic>
    </p:spTree>
    <p:extLst>
      <p:ext uri="{BB962C8B-B14F-4D97-AF65-F5344CB8AC3E}">
        <p14:creationId xmlns:p14="http://schemas.microsoft.com/office/powerpoint/2010/main" val="1363904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017836-04A4-44B7-AAFD-A77BDC8EF1ED}"/>
              </a:ext>
            </a:extLst>
          </p:cNvPr>
          <p:cNvSpPr/>
          <p:nvPr userDrawn="1"/>
        </p:nvSpPr>
        <p:spPr>
          <a:xfrm>
            <a:off x="0" y="6446292"/>
            <a:ext cx="12192000" cy="41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1A764CCD-A001-4C14-9D96-A95DD6870416}"/>
              </a:ext>
            </a:extLst>
          </p:cNvPr>
          <p:cNvSpPr>
            <a:spLocks noGrp="1"/>
          </p:cNvSpPr>
          <p:nvPr>
            <p:ph type="title"/>
          </p:nvPr>
        </p:nvSpPr>
        <p:spPr>
          <a:xfrm>
            <a:off x="254758" y="-1"/>
            <a:ext cx="11655188" cy="887105"/>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D736CFA-C84D-4506-B046-AFA0BE172BCC}"/>
              </a:ext>
            </a:extLst>
          </p:cNvPr>
          <p:cNvSpPr>
            <a:spLocks noGrp="1"/>
          </p:cNvSpPr>
          <p:nvPr>
            <p:ph idx="1"/>
          </p:nvPr>
        </p:nvSpPr>
        <p:spPr>
          <a:xfrm>
            <a:off x="254758" y="1110018"/>
            <a:ext cx="11655187" cy="52316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a:extLst>
              <a:ext uri="{FF2B5EF4-FFF2-40B4-BE49-F238E27FC236}">
                <a16:creationId xmlns:a16="http://schemas.microsoft.com/office/drawing/2014/main" id="{7254A361-E3BA-443B-972B-94915A7496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504" y="6496763"/>
            <a:ext cx="391321" cy="313057"/>
          </a:xfrm>
          <a:prstGeom prst="rect">
            <a:avLst/>
          </a:prstGeom>
        </p:spPr>
      </p:pic>
      <p:pic>
        <p:nvPicPr>
          <p:cNvPr id="9" name="Picture 8">
            <a:extLst>
              <a:ext uri="{FF2B5EF4-FFF2-40B4-BE49-F238E27FC236}">
                <a16:creationId xmlns:a16="http://schemas.microsoft.com/office/drawing/2014/main" id="{EBFE8771-4E47-439E-85A0-E2CCB21C028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0329" y="6477422"/>
            <a:ext cx="1414818" cy="351738"/>
          </a:xfrm>
          <a:prstGeom prst="rect">
            <a:avLst/>
          </a:prstGeom>
        </p:spPr>
      </p:pic>
      <p:sp>
        <p:nvSpPr>
          <p:cNvPr id="4" name="TextBox 3">
            <a:extLst>
              <a:ext uri="{FF2B5EF4-FFF2-40B4-BE49-F238E27FC236}">
                <a16:creationId xmlns:a16="http://schemas.microsoft.com/office/drawing/2014/main" id="{F103532D-27F9-1BA6-7340-9BBB16F4039B}"/>
              </a:ext>
            </a:extLst>
          </p:cNvPr>
          <p:cNvSpPr txBox="1"/>
          <p:nvPr userDrawn="1"/>
        </p:nvSpPr>
        <p:spPr>
          <a:xfrm>
            <a:off x="10570817" y="6496763"/>
            <a:ext cx="1470211" cy="276999"/>
          </a:xfrm>
          <a:prstGeom prst="rect">
            <a:avLst/>
          </a:prstGeom>
          <a:noFill/>
        </p:spPr>
        <p:txBody>
          <a:bodyPr wrap="none" rtlCol="0">
            <a:spAutoFit/>
          </a:bodyPr>
          <a:lstStyle/>
          <a:p>
            <a:r>
              <a:rPr lang="en-GB" sz="1200" dirty="0">
                <a:solidFill>
                  <a:schemeClr val="bg1"/>
                </a:solidFill>
              </a:rPr>
              <a:t>Do not redistribute</a:t>
            </a:r>
            <a:endParaRPr lang="en-US" sz="1200" dirty="0">
              <a:solidFill>
                <a:schemeClr val="bg1"/>
              </a:solidFill>
            </a:endParaRPr>
          </a:p>
        </p:txBody>
      </p:sp>
    </p:spTree>
    <p:extLst>
      <p:ext uri="{BB962C8B-B14F-4D97-AF65-F5344CB8AC3E}">
        <p14:creationId xmlns:p14="http://schemas.microsoft.com/office/powerpoint/2010/main" val="455575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017836-04A4-44B7-AAFD-A77BDC8EF1ED}"/>
              </a:ext>
            </a:extLst>
          </p:cNvPr>
          <p:cNvSpPr/>
          <p:nvPr userDrawn="1"/>
        </p:nvSpPr>
        <p:spPr>
          <a:xfrm>
            <a:off x="0" y="6446292"/>
            <a:ext cx="12192000" cy="41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9D736CFA-C84D-4506-B046-AFA0BE172BCC}"/>
              </a:ext>
            </a:extLst>
          </p:cNvPr>
          <p:cNvSpPr>
            <a:spLocks noGrp="1"/>
          </p:cNvSpPr>
          <p:nvPr>
            <p:ph idx="1"/>
          </p:nvPr>
        </p:nvSpPr>
        <p:spPr>
          <a:xfrm>
            <a:off x="254758" y="107344"/>
            <a:ext cx="11655187" cy="6234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8" name="Picture 7">
            <a:extLst>
              <a:ext uri="{FF2B5EF4-FFF2-40B4-BE49-F238E27FC236}">
                <a16:creationId xmlns:a16="http://schemas.microsoft.com/office/drawing/2014/main" id="{7254A361-E3BA-443B-972B-94915A7496C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504" y="6496763"/>
            <a:ext cx="391321" cy="313057"/>
          </a:xfrm>
          <a:prstGeom prst="rect">
            <a:avLst/>
          </a:prstGeom>
        </p:spPr>
      </p:pic>
      <p:pic>
        <p:nvPicPr>
          <p:cNvPr id="9" name="Picture 8">
            <a:extLst>
              <a:ext uri="{FF2B5EF4-FFF2-40B4-BE49-F238E27FC236}">
                <a16:creationId xmlns:a16="http://schemas.microsoft.com/office/drawing/2014/main" id="{EBFE8771-4E47-439E-85A0-E2CCB21C028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0329" y="6477422"/>
            <a:ext cx="1414818" cy="351738"/>
          </a:xfrm>
          <a:prstGeom prst="rect">
            <a:avLst/>
          </a:prstGeom>
        </p:spPr>
      </p:pic>
    </p:spTree>
    <p:extLst>
      <p:ext uri="{BB962C8B-B14F-4D97-AF65-F5344CB8AC3E}">
        <p14:creationId xmlns:p14="http://schemas.microsoft.com/office/powerpoint/2010/main" val="1015111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B79DE-0339-48EF-AE84-601D1CE1A1E8}"/>
              </a:ext>
            </a:extLst>
          </p:cNvPr>
          <p:cNvSpPr>
            <a:spLocks noGrp="1"/>
          </p:cNvSpPr>
          <p:nvPr>
            <p:ph type="title"/>
          </p:nvPr>
        </p:nvSpPr>
        <p:spPr>
          <a:xfrm>
            <a:off x="831850" y="1709738"/>
            <a:ext cx="10515600" cy="2852737"/>
          </a:xfrm>
        </p:spPr>
        <p:txBody>
          <a:bodyPr anchor="b"/>
          <a:lstStyle>
            <a:lvl1pPr algn="ctr">
              <a:defRPr sz="6000">
                <a:solidFill>
                  <a:schemeClr val="bg2"/>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6CDE031-91EE-41AD-82DB-A76C2397B568}"/>
              </a:ext>
            </a:extLst>
          </p:cNvPr>
          <p:cNvSpPr>
            <a:spLocks noGrp="1"/>
          </p:cNvSpPr>
          <p:nvPr>
            <p:ph type="body" idx="1"/>
          </p:nvPr>
        </p:nvSpPr>
        <p:spPr>
          <a:xfrm>
            <a:off x="831850" y="4589463"/>
            <a:ext cx="10515600" cy="1500187"/>
          </a:xfrm>
        </p:spPr>
        <p:txBody>
          <a:bodyPr/>
          <a:lstStyle>
            <a:lvl1pPr marL="0" indent="0" algn="ctr">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Rectangle 6">
            <a:extLst>
              <a:ext uri="{FF2B5EF4-FFF2-40B4-BE49-F238E27FC236}">
                <a16:creationId xmlns:a16="http://schemas.microsoft.com/office/drawing/2014/main" id="{ABF4E753-70D2-4D62-81C8-7C6022265BE7}"/>
              </a:ext>
            </a:extLst>
          </p:cNvPr>
          <p:cNvSpPr/>
          <p:nvPr userDrawn="1"/>
        </p:nvSpPr>
        <p:spPr>
          <a:xfrm>
            <a:off x="0" y="6446292"/>
            <a:ext cx="12192000" cy="41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a:extLst>
              <a:ext uri="{FF2B5EF4-FFF2-40B4-BE49-F238E27FC236}">
                <a16:creationId xmlns:a16="http://schemas.microsoft.com/office/drawing/2014/main" id="{5EB8FE23-3F63-40C6-8D70-62F6DA17E4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504" y="6496763"/>
            <a:ext cx="391321" cy="313057"/>
          </a:xfrm>
          <a:prstGeom prst="rect">
            <a:avLst/>
          </a:prstGeom>
        </p:spPr>
      </p:pic>
      <p:pic>
        <p:nvPicPr>
          <p:cNvPr id="9" name="Picture 8">
            <a:extLst>
              <a:ext uri="{FF2B5EF4-FFF2-40B4-BE49-F238E27FC236}">
                <a16:creationId xmlns:a16="http://schemas.microsoft.com/office/drawing/2014/main" id="{5BDC6D4A-03EA-4296-AF8E-10A40D8D9E8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0329" y="6477422"/>
            <a:ext cx="1414818" cy="351738"/>
          </a:xfrm>
          <a:prstGeom prst="rect">
            <a:avLst/>
          </a:prstGeom>
        </p:spPr>
      </p:pic>
    </p:spTree>
    <p:extLst>
      <p:ext uri="{BB962C8B-B14F-4D97-AF65-F5344CB8AC3E}">
        <p14:creationId xmlns:p14="http://schemas.microsoft.com/office/powerpoint/2010/main" val="199869580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6D26A-A41F-4776-B582-59DC892F160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E4FE12F-62FE-4C13-A221-932E23F0E6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B327D27-03A9-4AA9-BB9C-4F9BE6C0F6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70934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8FCDB-D6BF-45F3-BB43-DDDA58DA542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79C5C67-1A6C-4042-A134-11C3C2B302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20EE0E-933F-459F-9DE1-4A1614B968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B779D67-518C-4D15-A72C-15A09AD673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BD6F6E-1D19-48F8-822C-D4E385CC76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5859099-BCD9-4776-9333-B43FCA71F672}"/>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21/04/2026</a:t>
            </a:fld>
            <a:endParaRPr lang="en-GB"/>
          </a:p>
        </p:txBody>
      </p:sp>
      <p:sp>
        <p:nvSpPr>
          <p:cNvPr id="8" name="Footer Placeholder 7">
            <a:extLst>
              <a:ext uri="{FF2B5EF4-FFF2-40B4-BE49-F238E27FC236}">
                <a16:creationId xmlns:a16="http://schemas.microsoft.com/office/drawing/2014/main" id="{0EEE5063-533E-4273-ADC0-56963F27CFAE}"/>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FC007CA8-9A20-4C45-BCB6-F53D14F58202}"/>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457601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F75A5-B6C4-4D16-9DCA-532C4498174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C6E8D55-7E05-49D7-9FBF-EA7364492659}"/>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21/04/2026</a:t>
            </a:fld>
            <a:endParaRPr lang="en-GB"/>
          </a:p>
        </p:txBody>
      </p:sp>
      <p:sp>
        <p:nvSpPr>
          <p:cNvPr id="4" name="Footer Placeholder 3">
            <a:extLst>
              <a:ext uri="{FF2B5EF4-FFF2-40B4-BE49-F238E27FC236}">
                <a16:creationId xmlns:a16="http://schemas.microsoft.com/office/drawing/2014/main" id="{83EBAABC-1406-4E33-8A9A-8A869B86DEB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8229FCF7-C234-4F4C-9103-4FFA0600FFE0}"/>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1191403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347C44-57AA-4B35-B1AC-5409EB78FC52}"/>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21/04/2026</a:t>
            </a:fld>
            <a:endParaRPr lang="en-GB"/>
          </a:p>
        </p:txBody>
      </p:sp>
      <p:sp>
        <p:nvSpPr>
          <p:cNvPr id="3" name="Footer Placeholder 2">
            <a:extLst>
              <a:ext uri="{FF2B5EF4-FFF2-40B4-BE49-F238E27FC236}">
                <a16:creationId xmlns:a16="http://schemas.microsoft.com/office/drawing/2014/main" id="{DE756AF7-FADE-437A-BF6C-2E7352CE4F5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84CCDC0D-3D65-4316-A5B6-82EFDD787B16}"/>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1283119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860E8-48C2-4827-8E45-A5CE1ADFB1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3D42AEB-1369-4BDA-807C-012D5EB7B9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27694F6-C635-472F-B712-A4E836C7DD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739ED4-E9DF-4C5D-8853-67A61A7F4E13}"/>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21/04/2026</a:t>
            </a:fld>
            <a:endParaRPr lang="en-GB"/>
          </a:p>
        </p:txBody>
      </p:sp>
      <p:sp>
        <p:nvSpPr>
          <p:cNvPr id="6" name="Footer Placeholder 5">
            <a:extLst>
              <a:ext uri="{FF2B5EF4-FFF2-40B4-BE49-F238E27FC236}">
                <a16:creationId xmlns:a16="http://schemas.microsoft.com/office/drawing/2014/main" id="{5EFA5FE8-6DAB-45F3-94DE-7DB09D6122E4}"/>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F150790A-ECDD-4833-B755-D7F4589267CA}"/>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356422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CDBAE-A9A4-4880-8521-4E77D50E7F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914DF36-E2F1-4C22-B219-A712E8D334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7F8188A-C619-4D93-A11E-DE8F61917C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115455-1402-476D-9FEA-3926BC796FE7}"/>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21/04/2026</a:t>
            </a:fld>
            <a:endParaRPr lang="en-GB"/>
          </a:p>
        </p:txBody>
      </p:sp>
      <p:sp>
        <p:nvSpPr>
          <p:cNvPr id="6" name="Footer Placeholder 5">
            <a:extLst>
              <a:ext uri="{FF2B5EF4-FFF2-40B4-BE49-F238E27FC236}">
                <a16:creationId xmlns:a16="http://schemas.microsoft.com/office/drawing/2014/main" id="{8AD7CD4A-7596-4D14-A664-98DB8BC8B26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F94B60F7-5EEC-435B-960A-3784BBCADBA7}"/>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3225073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4A906-B19E-4983-831B-5E702583A3E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83AEE3F-C16C-4DF7-8FA6-D477862385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AD38C09-6D96-4D09-94DF-EA35B4ED828E}"/>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21/04/2026</a:t>
            </a:fld>
            <a:endParaRPr lang="en-GB"/>
          </a:p>
        </p:txBody>
      </p:sp>
      <p:sp>
        <p:nvSpPr>
          <p:cNvPr id="5" name="Footer Placeholder 4">
            <a:extLst>
              <a:ext uri="{FF2B5EF4-FFF2-40B4-BE49-F238E27FC236}">
                <a16:creationId xmlns:a16="http://schemas.microsoft.com/office/drawing/2014/main" id="{61647563-14BC-4991-A48D-AF1C5B909903}"/>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F7D4614D-12DB-4167-90A0-EFAE8F01A9F3}"/>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39781781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05FFAA-16B4-4B12-B72E-0C5CC74B8C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251BB50-D51A-4983-B4CE-23EFFA3D78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C87A6C1-69F2-4E64-9FCB-538788182E73}"/>
              </a:ext>
            </a:extLst>
          </p:cNvPr>
          <p:cNvSpPr>
            <a:spLocks noGrp="1"/>
          </p:cNvSpPr>
          <p:nvPr>
            <p:ph type="dt" sz="half" idx="10"/>
          </p:nvPr>
        </p:nvSpPr>
        <p:spPr>
          <a:xfrm>
            <a:off x="838200" y="6356350"/>
            <a:ext cx="2743200" cy="365125"/>
          </a:xfrm>
          <a:prstGeom prst="rect">
            <a:avLst/>
          </a:prstGeom>
        </p:spPr>
        <p:txBody>
          <a:bodyPr/>
          <a:lstStyle/>
          <a:p>
            <a:fld id="{33031477-93FF-423B-B360-5C5FD20D6824}" type="datetimeFigureOut">
              <a:rPr lang="en-GB" smtClean="0"/>
              <a:t>21/04/2026</a:t>
            </a:fld>
            <a:endParaRPr lang="en-GB"/>
          </a:p>
        </p:txBody>
      </p:sp>
      <p:sp>
        <p:nvSpPr>
          <p:cNvPr id="5" name="Footer Placeholder 4">
            <a:extLst>
              <a:ext uri="{FF2B5EF4-FFF2-40B4-BE49-F238E27FC236}">
                <a16:creationId xmlns:a16="http://schemas.microsoft.com/office/drawing/2014/main" id="{D21D9937-F568-47F3-B96B-AD4940347C9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B243EFBA-AC17-4981-BB46-60B605751517}"/>
              </a:ext>
            </a:extLst>
          </p:cNvPr>
          <p:cNvSpPr>
            <a:spLocks noGrp="1"/>
          </p:cNvSpPr>
          <p:nvPr>
            <p:ph type="sldNum" sz="quarter" idx="12"/>
          </p:nvPr>
        </p:nvSpPr>
        <p:spPr>
          <a:xfrm>
            <a:off x="8610600" y="6356350"/>
            <a:ext cx="2743200" cy="365125"/>
          </a:xfrm>
          <a:prstGeom prst="rect">
            <a:avLst/>
          </a:prstGeom>
        </p:spPr>
        <p:txBody>
          <a:bodyPr/>
          <a:lstStyle/>
          <a:p>
            <a:fld id="{80C0D8B6-082B-47F0-82D3-83CE9994D553}" type="slidenum">
              <a:rPr lang="en-GB" smtClean="0"/>
              <a:t>‹#›</a:t>
            </a:fld>
            <a:endParaRPr lang="en-GB"/>
          </a:p>
        </p:txBody>
      </p:sp>
    </p:spTree>
    <p:extLst>
      <p:ext uri="{BB962C8B-B14F-4D97-AF65-F5344CB8AC3E}">
        <p14:creationId xmlns:p14="http://schemas.microsoft.com/office/powerpoint/2010/main" val="3977831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AF2F23-8F65-4658-A9BC-388A1CB923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5380FEC-C2D0-4C44-8A8A-D35FC1367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2358659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jpe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WaelHamze/dyn365-ce-vsts-task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ower Platform DevOps Bootcamp - Microsoft London Paddington">
            <a:extLst>
              <a:ext uri="{FF2B5EF4-FFF2-40B4-BE49-F238E27FC236}">
                <a16:creationId xmlns:a16="http://schemas.microsoft.com/office/drawing/2014/main" id="{24104966-323B-7A34-E9CD-D3756C2DD1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3204"/>
            <a:ext cx="12211664" cy="6105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4569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35F90-4C8D-4D40-7256-C5F940E8922B}"/>
              </a:ext>
            </a:extLst>
          </p:cNvPr>
          <p:cNvSpPr>
            <a:spLocks noGrp="1"/>
          </p:cNvSpPr>
          <p:nvPr>
            <p:ph type="title"/>
          </p:nvPr>
        </p:nvSpPr>
        <p:spPr/>
        <p:txBody>
          <a:bodyPr/>
          <a:lstStyle/>
          <a:p>
            <a:r>
              <a:rPr lang="en-NL" dirty="0"/>
              <a:t>Automated testing</a:t>
            </a:r>
          </a:p>
        </p:txBody>
      </p:sp>
      <p:sp>
        <p:nvSpPr>
          <p:cNvPr id="3" name="Content Placeholder 2">
            <a:extLst>
              <a:ext uri="{FF2B5EF4-FFF2-40B4-BE49-F238E27FC236}">
                <a16:creationId xmlns:a16="http://schemas.microsoft.com/office/drawing/2014/main" id="{227F849B-271C-8533-CB8A-89B6B83BAA0C}"/>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523423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8E441-CF51-A8E4-43DD-130B8BF8C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E96198-1F21-E7B0-A44C-800DB6D4DAA2}"/>
              </a:ext>
            </a:extLst>
          </p:cNvPr>
          <p:cNvSpPr>
            <a:spLocks noGrp="1"/>
          </p:cNvSpPr>
          <p:nvPr>
            <p:ph type="title"/>
          </p:nvPr>
        </p:nvSpPr>
        <p:spPr/>
        <p:txBody>
          <a:bodyPr/>
          <a:lstStyle/>
          <a:p>
            <a:r>
              <a:rPr lang="en-NL" dirty="0"/>
              <a:t>Playwright</a:t>
            </a:r>
          </a:p>
        </p:txBody>
      </p:sp>
      <p:sp>
        <p:nvSpPr>
          <p:cNvPr id="3" name="Content Placeholder 2">
            <a:extLst>
              <a:ext uri="{FF2B5EF4-FFF2-40B4-BE49-F238E27FC236}">
                <a16:creationId xmlns:a16="http://schemas.microsoft.com/office/drawing/2014/main" id="{0965FB24-6245-17A9-6891-A49D94C128A3}"/>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239154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90E7F-9FDB-17A4-53B6-602458CB3A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942CC6-C875-548C-046C-83B3E2476732}"/>
              </a:ext>
            </a:extLst>
          </p:cNvPr>
          <p:cNvSpPr>
            <a:spLocks noGrp="1"/>
          </p:cNvSpPr>
          <p:nvPr>
            <p:ph type="title"/>
          </p:nvPr>
        </p:nvSpPr>
        <p:spPr/>
        <p:txBody>
          <a:bodyPr/>
          <a:lstStyle/>
          <a:p>
            <a:r>
              <a:rPr lang="en-NL" dirty="0"/>
              <a:t>Options</a:t>
            </a:r>
          </a:p>
        </p:txBody>
      </p:sp>
      <p:sp>
        <p:nvSpPr>
          <p:cNvPr id="3" name="Content Placeholder 2">
            <a:extLst>
              <a:ext uri="{FF2B5EF4-FFF2-40B4-BE49-F238E27FC236}">
                <a16:creationId xmlns:a16="http://schemas.microsoft.com/office/drawing/2014/main" id="{DC582218-9386-05BA-D297-87E33C1F8B87}"/>
              </a:ext>
            </a:extLst>
          </p:cNvPr>
          <p:cNvSpPr>
            <a:spLocks noGrp="1"/>
          </p:cNvSpPr>
          <p:nvPr>
            <p:ph idx="1"/>
          </p:nvPr>
        </p:nvSpPr>
        <p:spPr/>
        <p:txBody>
          <a:bodyPr/>
          <a:lstStyle/>
          <a:p>
            <a:r>
              <a:rPr lang="en-NL" dirty="0"/>
              <a:t>Record</a:t>
            </a:r>
          </a:p>
          <a:p>
            <a:r>
              <a:rPr lang="en-NL" dirty="0"/>
              <a:t>Write (TypeScript or JavaScript)</a:t>
            </a:r>
          </a:p>
          <a:p>
            <a:r>
              <a:rPr lang="en-NL" dirty="0"/>
              <a:t>AI</a:t>
            </a:r>
          </a:p>
          <a:p>
            <a:pPr lvl="1"/>
            <a:r>
              <a:rPr lang="en-NL" dirty="0"/>
              <a:t>Agents</a:t>
            </a:r>
          </a:p>
          <a:p>
            <a:pPr lvl="1"/>
            <a:r>
              <a:rPr lang="en-NL" dirty="0"/>
              <a:t>MCP server</a:t>
            </a:r>
          </a:p>
          <a:p>
            <a:pPr lvl="1"/>
            <a:r>
              <a:rPr lang="en-NL" dirty="0"/>
              <a:t>CLI (Command Line Interface)</a:t>
            </a:r>
          </a:p>
        </p:txBody>
      </p:sp>
    </p:spTree>
    <p:extLst>
      <p:ext uri="{BB962C8B-B14F-4D97-AF65-F5344CB8AC3E}">
        <p14:creationId xmlns:p14="http://schemas.microsoft.com/office/powerpoint/2010/main" val="2090268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682C6-7F20-5F01-D150-F8B051439070}"/>
              </a:ext>
            </a:extLst>
          </p:cNvPr>
          <p:cNvSpPr>
            <a:spLocks noGrp="1"/>
          </p:cNvSpPr>
          <p:nvPr>
            <p:ph type="title"/>
          </p:nvPr>
        </p:nvSpPr>
        <p:spPr/>
        <p:txBody>
          <a:bodyPr/>
          <a:lstStyle/>
          <a:p>
            <a:r>
              <a:rPr lang="en-GB" dirty="0"/>
              <a:t>Agenda</a:t>
            </a:r>
          </a:p>
        </p:txBody>
      </p:sp>
      <p:graphicFrame>
        <p:nvGraphicFramePr>
          <p:cNvPr id="6" name="Table 5">
            <a:extLst>
              <a:ext uri="{FF2B5EF4-FFF2-40B4-BE49-F238E27FC236}">
                <a16:creationId xmlns:a16="http://schemas.microsoft.com/office/drawing/2014/main" id="{FEE041D8-C2AA-D917-A673-1A17660617D7}"/>
              </a:ext>
            </a:extLst>
          </p:cNvPr>
          <p:cNvGraphicFramePr>
            <a:graphicFrameLocks noGrp="1"/>
          </p:cNvGraphicFramePr>
          <p:nvPr>
            <p:extLst>
              <p:ext uri="{D42A27DB-BD31-4B8C-83A1-F6EECF244321}">
                <p14:modId xmlns:p14="http://schemas.microsoft.com/office/powerpoint/2010/main" val="2643504632"/>
              </p:ext>
            </p:extLst>
          </p:nvPr>
        </p:nvGraphicFramePr>
        <p:xfrm>
          <a:off x="718350" y="1269380"/>
          <a:ext cx="7812116" cy="3708400"/>
        </p:xfrm>
        <a:graphic>
          <a:graphicData uri="http://schemas.openxmlformats.org/drawingml/2006/table">
            <a:tbl>
              <a:tblPr firstRow="1" bandRow="1">
                <a:tableStyleId>{793D81CF-94F2-401A-BA57-92F5A7B2D0C5}</a:tableStyleId>
              </a:tblPr>
              <a:tblGrid>
                <a:gridCol w="736160">
                  <a:extLst>
                    <a:ext uri="{9D8B030D-6E8A-4147-A177-3AD203B41FA5}">
                      <a16:colId xmlns:a16="http://schemas.microsoft.com/office/drawing/2014/main" val="2609028453"/>
                    </a:ext>
                  </a:extLst>
                </a:gridCol>
                <a:gridCol w="877861">
                  <a:extLst>
                    <a:ext uri="{9D8B030D-6E8A-4147-A177-3AD203B41FA5}">
                      <a16:colId xmlns:a16="http://schemas.microsoft.com/office/drawing/2014/main" val="2028872096"/>
                    </a:ext>
                  </a:extLst>
                </a:gridCol>
                <a:gridCol w="6198095">
                  <a:extLst>
                    <a:ext uri="{9D8B030D-6E8A-4147-A177-3AD203B41FA5}">
                      <a16:colId xmlns:a16="http://schemas.microsoft.com/office/drawing/2014/main" val="3703844435"/>
                    </a:ext>
                  </a:extLst>
                </a:gridCol>
              </a:tblGrid>
              <a:tr h="370840">
                <a:tc>
                  <a:txBody>
                    <a:bodyPr/>
                    <a:lstStyle/>
                    <a:p>
                      <a:r>
                        <a:rPr lang="en-GB" dirty="0"/>
                        <a:t>Start</a:t>
                      </a:r>
                    </a:p>
                  </a:txBody>
                  <a:tcPr/>
                </a:tc>
                <a:tc>
                  <a:txBody>
                    <a:bodyPr/>
                    <a:lstStyle/>
                    <a:p>
                      <a:r>
                        <a:rPr lang="en-GB" dirty="0"/>
                        <a:t>End</a:t>
                      </a:r>
                    </a:p>
                  </a:txBody>
                  <a:tcPr/>
                </a:tc>
                <a:tc>
                  <a:txBody>
                    <a:bodyPr/>
                    <a:lstStyle/>
                    <a:p>
                      <a:r>
                        <a:rPr lang="en-GB" dirty="0"/>
                        <a:t>Topic</a:t>
                      </a:r>
                    </a:p>
                  </a:txBody>
                  <a:tcPr/>
                </a:tc>
                <a:extLst>
                  <a:ext uri="{0D108BD9-81ED-4DB2-BD59-A6C34878D82A}">
                    <a16:rowId xmlns:a16="http://schemas.microsoft.com/office/drawing/2014/main" val="748133737"/>
                  </a:ext>
                </a:extLst>
              </a:tr>
              <a:tr h="370840">
                <a:tc>
                  <a:txBody>
                    <a:bodyPr/>
                    <a:lstStyle/>
                    <a:p>
                      <a:pPr>
                        <a:buNone/>
                      </a:pPr>
                      <a:r>
                        <a:rPr lang="en-US">
                          <a:effectLst/>
                        </a:rPr>
                        <a:t>9:00</a:t>
                      </a:r>
                    </a:p>
                  </a:txBody>
                  <a:tcPr marL="61913" marR="61913" marT="28575" marB="28575" anchor="ctr"/>
                </a:tc>
                <a:tc>
                  <a:txBody>
                    <a:bodyPr/>
                    <a:lstStyle/>
                    <a:p>
                      <a:pPr>
                        <a:buNone/>
                      </a:pPr>
                      <a:r>
                        <a:rPr lang="en-US">
                          <a:effectLst/>
                        </a:rPr>
                        <a:t>9:30</a:t>
                      </a:r>
                    </a:p>
                  </a:txBody>
                  <a:tcPr marL="61913" marR="61913" marT="28575" marB="28575" anchor="ctr"/>
                </a:tc>
                <a:tc>
                  <a:txBody>
                    <a:bodyPr/>
                    <a:lstStyle/>
                    <a:p>
                      <a:pPr>
                        <a:buNone/>
                      </a:pPr>
                      <a:r>
                        <a:rPr lang="en-US">
                          <a:effectLst/>
                        </a:rPr>
                        <a:t>Intro (Speakers + Audience)</a:t>
                      </a:r>
                    </a:p>
                  </a:txBody>
                  <a:tcPr marL="61913" marR="61913" marT="28575" marB="28575" anchor="ctr"/>
                </a:tc>
                <a:extLst>
                  <a:ext uri="{0D108BD9-81ED-4DB2-BD59-A6C34878D82A}">
                    <a16:rowId xmlns:a16="http://schemas.microsoft.com/office/drawing/2014/main" val="2089116099"/>
                  </a:ext>
                </a:extLst>
              </a:tr>
              <a:tr h="370840">
                <a:tc>
                  <a:txBody>
                    <a:bodyPr/>
                    <a:lstStyle/>
                    <a:p>
                      <a:pPr>
                        <a:buNone/>
                      </a:pPr>
                      <a:r>
                        <a:rPr lang="en-US">
                          <a:effectLst/>
                        </a:rPr>
                        <a:t>09:30</a:t>
                      </a:r>
                    </a:p>
                  </a:txBody>
                  <a:tcPr marL="61913" marR="61913" marT="28575" marB="28575" anchor="ctr"/>
                </a:tc>
                <a:tc>
                  <a:txBody>
                    <a:bodyPr/>
                    <a:lstStyle/>
                    <a:p>
                      <a:pPr>
                        <a:buNone/>
                      </a:pPr>
                      <a:r>
                        <a:rPr lang="en-US">
                          <a:effectLst/>
                        </a:rPr>
                        <a:t>10:15</a:t>
                      </a:r>
                    </a:p>
                  </a:txBody>
                  <a:tcPr marL="61913" marR="61913" marT="28575" marB="28575" anchor="ctr"/>
                </a:tc>
                <a:tc>
                  <a:txBody>
                    <a:bodyPr/>
                    <a:lstStyle/>
                    <a:p>
                      <a:pPr>
                        <a:buNone/>
                      </a:pPr>
                      <a:r>
                        <a:rPr lang="en-US">
                          <a:effectLst/>
                        </a:rPr>
                        <a:t>Overview of DevOps</a:t>
                      </a:r>
                    </a:p>
                  </a:txBody>
                  <a:tcPr marL="61913" marR="61913" marT="28575" marB="28575" anchor="ctr"/>
                </a:tc>
                <a:extLst>
                  <a:ext uri="{0D108BD9-81ED-4DB2-BD59-A6C34878D82A}">
                    <a16:rowId xmlns:a16="http://schemas.microsoft.com/office/drawing/2014/main" val="2495741644"/>
                  </a:ext>
                </a:extLst>
              </a:tr>
              <a:tr h="370840">
                <a:tc>
                  <a:txBody>
                    <a:bodyPr/>
                    <a:lstStyle/>
                    <a:p>
                      <a:pPr>
                        <a:buNone/>
                      </a:pPr>
                      <a:r>
                        <a:rPr lang="en-US">
                          <a:effectLst/>
                        </a:rPr>
                        <a:t>10:15</a:t>
                      </a:r>
                    </a:p>
                  </a:txBody>
                  <a:tcPr marL="61913" marR="61913" marT="28575" marB="28575" anchor="ctr"/>
                </a:tc>
                <a:tc>
                  <a:txBody>
                    <a:bodyPr/>
                    <a:lstStyle/>
                    <a:p>
                      <a:pPr>
                        <a:buNone/>
                      </a:pPr>
                      <a:r>
                        <a:rPr lang="en-US">
                          <a:effectLst/>
                        </a:rPr>
                        <a:t>11:00</a:t>
                      </a:r>
                    </a:p>
                  </a:txBody>
                  <a:tcPr marL="61913" marR="61913" marT="28575" marB="28575" anchor="ctr"/>
                </a:tc>
                <a:tc>
                  <a:txBody>
                    <a:bodyPr/>
                    <a:lstStyle/>
                    <a:p>
                      <a:pPr>
                        <a:buNone/>
                      </a:pPr>
                      <a:r>
                        <a:rPr lang="en-US">
                          <a:effectLst/>
                        </a:rPr>
                        <a:t>Pre-requisites + Lab Intros</a:t>
                      </a:r>
                    </a:p>
                  </a:txBody>
                  <a:tcPr marL="61913" marR="61913" marT="28575" marB="28575" anchor="ctr"/>
                </a:tc>
                <a:extLst>
                  <a:ext uri="{0D108BD9-81ED-4DB2-BD59-A6C34878D82A}">
                    <a16:rowId xmlns:a16="http://schemas.microsoft.com/office/drawing/2014/main" val="2639515023"/>
                  </a:ext>
                </a:extLst>
              </a:tr>
              <a:tr h="370840">
                <a:tc>
                  <a:txBody>
                    <a:bodyPr/>
                    <a:lstStyle/>
                    <a:p>
                      <a:pPr>
                        <a:buNone/>
                      </a:pPr>
                      <a:r>
                        <a:rPr lang="en-US">
                          <a:effectLst/>
                        </a:rPr>
                        <a:t>11:00</a:t>
                      </a:r>
                    </a:p>
                  </a:txBody>
                  <a:tcPr marL="61913" marR="61913" marT="28575" marB="28575" anchor="ctr"/>
                </a:tc>
                <a:tc>
                  <a:txBody>
                    <a:bodyPr/>
                    <a:lstStyle/>
                    <a:p>
                      <a:pPr>
                        <a:buNone/>
                      </a:pPr>
                      <a:r>
                        <a:rPr lang="en-US">
                          <a:effectLst/>
                        </a:rPr>
                        <a:t>11:15</a:t>
                      </a:r>
                    </a:p>
                  </a:txBody>
                  <a:tcPr marL="61913" marR="61913" marT="28575" marB="28575" anchor="ctr"/>
                </a:tc>
                <a:tc>
                  <a:txBody>
                    <a:bodyPr/>
                    <a:lstStyle/>
                    <a:p>
                      <a:pPr>
                        <a:buNone/>
                      </a:pPr>
                      <a:r>
                        <a:rPr lang="en-US">
                          <a:effectLst/>
                        </a:rPr>
                        <a:t>Break</a:t>
                      </a:r>
                    </a:p>
                  </a:txBody>
                  <a:tcPr marL="61913" marR="61913" marT="28575" marB="28575" anchor="ctr"/>
                </a:tc>
                <a:extLst>
                  <a:ext uri="{0D108BD9-81ED-4DB2-BD59-A6C34878D82A}">
                    <a16:rowId xmlns:a16="http://schemas.microsoft.com/office/drawing/2014/main" val="992867940"/>
                  </a:ext>
                </a:extLst>
              </a:tr>
              <a:tr h="370840">
                <a:tc>
                  <a:txBody>
                    <a:bodyPr/>
                    <a:lstStyle/>
                    <a:p>
                      <a:pPr>
                        <a:buNone/>
                      </a:pPr>
                      <a:r>
                        <a:rPr lang="en-US">
                          <a:effectLst/>
                        </a:rPr>
                        <a:t>11:15</a:t>
                      </a:r>
                    </a:p>
                  </a:txBody>
                  <a:tcPr marL="61913" marR="61913" marT="28575" marB="28575" anchor="ctr"/>
                </a:tc>
                <a:tc>
                  <a:txBody>
                    <a:bodyPr/>
                    <a:lstStyle/>
                    <a:p>
                      <a:pPr>
                        <a:buNone/>
                      </a:pPr>
                      <a:r>
                        <a:rPr lang="en-US">
                          <a:effectLst/>
                        </a:rPr>
                        <a:t>13:00</a:t>
                      </a:r>
                    </a:p>
                  </a:txBody>
                  <a:tcPr marL="61913" marR="61913" marT="28575" marB="28575" anchor="ctr"/>
                </a:tc>
                <a:tc>
                  <a:txBody>
                    <a:bodyPr/>
                    <a:lstStyle/>
                    <a:p>
                      <a:pPr>
                        <a:buNone/>
                      </a:pPr>
                      <a:r>
                        <a:rPr lang="en-US">
                          <a:effectLst/>
                        </a:rPr>
                        <a:t>Labs</a:t>
                      </a:r>
                    </a:p>
                  </a:txBody>
                  <a:tcPr marL="61913" marR="61913" marT="28575" marB="28575" anchor="ctr"/>
                </a:tc>
                <a:extLst>
                  <a:ext uri="{0D108BD9-81ED-4DB2-BD59-A6C34878D82A}">
                    <a16:rowId xmlns:a16="http://schemas.microsoft.com/office/drawing/2014/main" val="1175136698"/>
                  </a:ext>
                </a:extLst>
              </a:tr>
              <a:tr h="370840">
                <a:tc>
                  <a:txBody>
                    <a:bodyPr/>
                    <a:lstStyle/>
                    <a:p>
                      <a:pPr>
                        <a:buNone/>
                      </a:pPr>
                      <a:r>
                        <a:rPr lang="en-US">
                          <a:effectLst/>
                        </a:rPr>
                        <a:t>13:00</a:t>
                      </a:r>
                    </a:p>
                  </a:txBody>
                  <a:tcPr marL="61913" marR="61913" marT="28575" marB="28575" anchor="ctr"/>
                </a:tc>
                <a:tc>
                  <a:txBody>
                    <a:bodyPr/>
                    <a:lstStyle/>
                    <a:p>
                      <a:pPr>
                        <a:buNone/>
                      </a:pPr>
                      <a:r>
                        <a:rPr lang="en-US">
                          <a:effectLst/>
                        </a:rPr>
                        <a:t>14:00</a:t>
                      </a:r>
                    </a:p>
                  </a:txBody>
                  <a:tcPr marL="61913" marR="61913" marT="28575" marB="28575" anchor="ctr"/>
                </a:tc>
                <a:tc>
                  <a:txBody>
                    <a:bodyPr/>
                    <a:lstStyle/>
                    <a:p>
                      <a:pPr>
                        <a:buNone/>
                      </a:pPr>
                      <a:r>
                        <a:rPr lang="en-US">
                          <a:effectLst/>
                        </a:rPr>
                        <a:t>Lunch</a:t>
                      </a:r>
                    </a:p>
                  </a:txBody>
                  <a:tcPr marL="61913" marR="61913" marT="28575" marB="28575" anchor="ctr"/>
                </a:tc>
                <a:extLst>
                  <a:ext uri="{0D108BD9-81ED-4DB2-BD59-A6C34878D82A}">
                    <a16:rowId xmlns:a16="http://schemas.microsoft.com/office/drawing/2014/main" val="1165204782"/>
                  </a:ext>
                </a:extLst>
              </a:tr>
              <a:tr h="370840">
                <a:tc>
                  <a:txBody>
                    <a:bodyPr/>
                    <a:lstStyle/>
                    <a:p>
                      <a:pPr>
                        <a:buNone/>
                      </a:pPr>
                      <a:r>
                        <a:rPr lang="en-US">
                          <a:effectLst/>
                        </a:rPr>
                        <a:t>14:00</a:t>
                      </a:r>
                    </a:p>
                  </a:txBody>
                  <a:tcPr marL="61913" marR="61913" marT="28575" marB="28575" anchor="ctr"/>
                </a:tc>
                <a:tc>
                  <a:txBody>
                    <a:bodyPr/>
                    <a:lstStyle/>
                    <a:p>
                      <a:pPr>
                        <a:buNone/>
                      </a:pPr>
                      <a:r>
                        <a:rPr lang="en-US">
                          <a:effectLst/>
                        </a:rPr>
                        <a:t>14:45</a:t>
                      </a:r>
                    </a:p>
                  </a:txBody>
                  <a:tcPr marL="61913" marR="61913" marT="28575" marB="28575" anchor="ctr"/>
                </a:tc>
                <a:tc>
                  <a:txBody>
                    <a:bodyPr/>
                    <a:lstStyle/>
                    <a:p>
                      <a:pPr>
                        <a:buNone/>
                      </a:pPr>
                      <a:r>
                        <a:rPr lang="en-US">
                          <a:effectLst/>
                        </a:rPr>
                        <a:t>Testing Session</a:t>
                      </a:r>
                    </a:p>
                  </a:txBody>
                  <a:tcPr marL="61913" marR="61913" marT="28575" marB="28575" anchor="ctr"/>
                </a:tc>
                <a:extLst>
                  <a:ext uri="{0D108BD9-81ED-4DB2-BD59-A6C34878D82A}">
                    <a16:rowId xmlns:a16="http://schemas.microsoft.com/office/drawing/2014/main" val="2444349492"/>
                  </a:ext>
                </a:extLst>
              </a:tr>
              <a:tr h="370840">
                <a:tc>
                  <a:txBody>
                    <a:bodyPr/>
                    <a:lstStyle/>
                    <a:p>
                      <a:pPr>
                        <a:buNone/>
                      </a:pPr>
                      <a:r>
                        <a:rPr lang="en-US" dirty="0">
                          <a:effectLst/>
                        </a:rPr>
                        <a:t>14:45</a:t>
                      </a:r>
                    </a:p>
                  </a:txBody>
                  <a:tcPr marL="61913" marR="61913" marT="28575" marB="28575" anchor="ctr"/>
                </a:tc>
                <a:tc>
                  <a:txBody>
                    <a:bodyPr/>
                    <a:lstStyle/>
                    <a:p>
                      <a:pPr>
                        <a:buNone/>
                      </a:pPr>
                      <a:r>
                        <a:rPr lang="en-US">
                          <a:effectLst/>
                        </a:rPr>
                        <a:t>16:30</a:t>
                      </a:r>
                    </a:p>
                  </a:txBody>
                  <a:tcPr marL="61913" marR="61913" marT="28575" marB="28575" anchor="ctr"/>
                </a:tc>
                <a:tc>
                  <a:txBody>
                    <a:bodyPr/>
                    <a:lstStyle/>
                    <a:p>
                      <a:pPr>
                        <a:buNone/>
                      </a:pPr>
                      <a:r>
                        <a:rPr lang="en-US" dirty="0">
                          <a:effectLst/>
                        </a:rPr>
                        <a:t>Labs (Including testing)</a:t>
                      </a:r>
                    </a:p>
                  </a:txBody>
                  <a:tcPr marL="61913" marR="61913" marT="28575" marB="28575" anchor="ctr"/>
                </a:tc>
                <a:extLst>
                  <a:ext uri="{0D108BD9-81ED-4DB2-BD59-A6C34878D82A}">
                    <a16:rowId xmlns:a16="http://schemas.microsoft.com/office/drawing/2014/main" val="2800201346"/>
                  </a:ext>
                </a:extLst>
              </a:tr>
              <a:tr h="370840">
                <a:tc>
                  <a:txBody>
                    <a:bodyPr/>
                    <a:lstStyle/>
                    <a:p>
                      <a:pPr>
                        <a:buNone/>
                      </a:pPr>
                      <a:r>
                        <a:rPr lang="en-GB" dirty="0">
                          <a:effectLst/>
                        </a:rPr>
                        <a:t>16:30</a:t>
                      </a:r>
                      <a:endParaRPr lang="en-US" dirty="0">
                        <a:effectLst/>
                      </a:endParaRPr>
                    </a:p>
                  </a:txBody>
                  <a:tcPr marL="61913" marR="61913" marT="28575" marB="28575" anchor="ctr"/>
                </a:tc>
                <a:tc>
                  <a:txBody>
                    <a:bodyPr/>
                    <a:lstStyle/>
                    <a:p>
                      <a:pPr>
                        <a:buNone/>
                      </a:pPr>
                      <a:r>
                        <a:rPr lang="en-GB" dirty="0">
                          <a:effectLst/>
                        </a:rPr>
                        <a:t>17:00</a:t>
                      </a:r>
                      <a:endParaRPr lang="en-US" dirty="0">
                        <a:effectLst/>
                      </a:endParaRPr>
                    </a:p>
                  </a:txBody>
                  <a:tcPr marL="61913" marR="61913" marT="28575" marB="28575" anchor="ctr"/>
                </a:tc>
                <a:tc>
                  <a:txBody>
                    <a:bodyPr/>
                    <a:lstStyle/>
                    <a:p>
                      <a:pPr>
                        <a:buNone/>
                      </a:pPr>
                      <a:r>
                        <a:rPr lang="en-GB" dirty="0">
                          <a:effectLst/>
                        </a:rPr>
                        <a:t>Q&amp;A + Wrap Up</a:t>
                      </a:r>
                      <a:endParaRPr lang="en-US" dirty="0">
                        <a:effectLst/>
                      </a:endParaRPr>
                    </a:p>
                  </a:txBody>
                  <a:tcPr marL="61913" marR="61913" marT="28575" marB="28575" anchor="ctr"/>
                </a:tc>
                <a:extLst>
                  <a:ext uri="{0D108BD9-81ED-4DB2-BD59-A6C34878D82A}">
                    <a16:rowId xmlns:a16="http://schemas.microsoft.com/office/drawing/2014/main" val="3019568384"/>
                  </a:ext>
                </a:extLst>
              </a:tr>
            </a:tbl>
          </a:graphicData>
        </a:graphic>
      </p:graphicFrame>
    </p:spTree>
    <p:extLst>
      <p:ext uri="{BB962C8B-B14F-4D97-AF65-F5344CB8AC3E}">
        <p14:creationId xmlns:p14="http://schemas.microsoft.com/office/powerpoint/2010/main" val="585149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AC71E-13C7-92F5-EF35-99D0A78D0A86}"/>
              </a:ext>
            </a:extLst>
          </p:cNvPr>
          <p:cNvSpPr>
            <a:spLocks noGrp="1"/>
          </p:cNvSpPr>
          <p:nvPr>
            <p:ph type="title"/>
          </p:nvPr>
        </p:nvSpPr>
        <p:spPr/>
        <p:txBody>
          <a:bodyPr/>
          <a:lstStyle/>
          <a:p>
            <a:r>
              <a:rPr lang="en-GB" dirty="0"/>
              <a:t>Intro to DevOps</a:t>
            </a:r>
          </a:p>
        </p:txBody>
      </p:sp>
      <p:graphicFrame>
        <p:nvGraphicFramePr>
          <p:cNvPr id="4" name="Diagram 3">
            <a:extLst>
              <a:ext uri="{FF2B5EF4-FFF2-40B4-BE49-F238E27FC236}">
                <a16:creationId xmlns:a16="http://schemas.microsoft.com/office/drawing/2014/main" id="{93EB069C-3000-E125-1D95-B1A2B0B34AAB}"/>
              </a:ext>
            </a:extLst>
          </p:cNvPr>
          <p:cNvGraphicFramePr/>
          <p:nvPr>
            <p:extLst>
              <p:ext uri="{D42A27DB-BD31-4B8C-83A1-F6EECF244321}">
                <p14:modId xmlns:p14="http://schemas.microsoft.com/office/powerpoint/2010/main" val="122913617"/>
              </p:ext>
            </p:extLst>
          </p:nvPr>
        </p:nvGraphicFramePr>
        <p:xfrm>
          <a:off x="1696904" y="627687"/>
          <a:ext cx="8462415" cy="56026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Arrow: Curved Down 4">
            <a:extLst>
              <a:ext uri="{FF2B5EF4-FFF2-40B4-BE49-F238E27FC236}">
                <a16:creationId xmlns:a16="http://schemas.microsoft.com/office/drawing/2014/main" id="{9ED78C13-16C0-1C73-35B1-4F6156EBFE04}"/>
              </a:ext>
            </a:extLst>
          </p:cNvPr>
          <p:cNvSpPr/>
          <p:nvPr/>
        </p:nvSpPr>
        <p:spPr bwMode="auto">
          <a:xfrm>
            <a:off x="4491691" y="2201411"/>
            <a:ext cx="3030718" cy="1227589"/>
          </a:xfrm>
          <a:prstGeom prst="curvedDownArrow">
            <a:avLst/>
          </a:prstGeom>
          <a:solidFill>
            <a:schemeClr val="tx2"/>
          </a:solidFill>
          <a:ln w="9525" cap="flat" cmpd="sng" algn="ctr">
            <a:noFill/>
            <a:prstDash val="solid"/>
            <a:headEnd type="none" w="med" len="med"/>
            <a:tailEnd type="none" w="med" len="med"/>
          </a:ln>
          <a:effectLst/>
        </p:spPr>
        <p:txBody>
          <a:bodyPr rot="0" spcFirstLastPara="0" vertOverflow="overflow" horzOverflow="overflow" vert="horz" wrap="square" lIns="182832" tIns="146266" rIns="182832" bIns="146266" numCol="1" spcCol="0" rtlCol="0" fromWordArt="0" anchor="t" anchorCtr="0" forceAA="0" compatLnSpc="1">
            <a:prstTxWarp prst="textNoShape">
              <a:avLst/>
            </a:prstTxWarp>
            <a:noAutofit/>
          </a:bodyPr>
          <a:lstStyle/>
          <a:p>
            <a:pPr algn="ctr" defTabSz="932192" fontAlgn="base">
              <a:lnSpc>
                <a:spcPct val="90000"/>
              </a:lnSpc>
              <a:spcBef>
                <a:spcPct val="0"/>
              </a:spcBef>
              <a:spcAft>
                <a:spcPct val="0"/>
              </a:spcAft>
              <a:defRPr/>
            </a:pPr>
            <a:endParaRPr lang="en-GB" sz="2399" kern="0" dirty="0" err="1">
              <a:gradFill>
                <a:gsLst>
                  <a:gs pos="0">
                    <a:srgbClr val="FFFFFF"/>
                  </a:gs>
                  <a:gs pos="100000">
                    <a:srgbClr val="FFFFFF"/>
                  </a:gs>
                </a:gsLst>
                <a:lin ang="5400000" scaled="0"/>
              </a:gradFill>
              <a:latin typeface="Arial"/>
              <a:ea typeface="Segoe UI" pitchFamily="34" charset="0"/>
              <a:cs typeface="Segoe UI" pitchFamily="34" charset="0"/>
            </a:endParaRPr>
          </a:p>
        </p:txBody>
      </p:sp>
      <p:sp>
        <p:nvSpPr>
          <p:cNvPr id="6" name="Arrow: Curved Left 5">
            <a:extLst>
              <a:ext uri="{FF2B5EF4-FFF2-40B4-BE49-F238E27FC236}">
                <a16:creationId xmlns:a16="http://schemas.microsoft.com/office/drawing/2014/main" id="{E0B66B8C-AA4B-863B-6741-ACB2175AE0F2}"/>
              </a:ext>
            </a:extLst>
          </p:cNvPr>
          <p:cNvSpPr/>
          <p:nvPr/>
        </p:nvSpPr>
        <p:spPr bwMode="auto">
          <a:xfrm rot="5400000">
            <a:off x="5270531" y="2773424"/>
            <a:ext cx="1227590" cy="2899092"/>
          </a:xfrm>
          <a:prstGeom prst="curvedLeftArrow">
            <a:avLst/>
          </a:prstGeom>
          <a:solidFill>
            <a:schemeClr val="tx2"/>
          </a:solidFill>
          <a:ln w="9525" cap="flat" cmpd="sng" algn="ctr">
            <a:noFill/>
            <a:prstDash val="solid"/>
            <a:headEnd type="none" w="med" len="med"/>
            <a:tailEnd type="none" w="med" len="med"/>
          </a:ln>
          <a:effectLst/>
        </p:spPr>
        <p:txBody>
          <a:bodyPr rot="0" spcFirstLastPara="0" vertOverflow="overflow" horzOverflow="overflow" vert="horz" wrap="square" lIns="182832" tIns="146266" rIns="182832" bIns="146266" numCol="1" spcCol="0" rtlCol="0" fromWordArt="0" anchor="t" anchorCtr="0" forceAA="0" compatLnSpc="1">
            <a:prstTxWarp prst="textNoShape">
              <a:avLst/>
            </a:prstTxWarp>
            <a:noAutofit/>
          </a:bodyPr>
          <a:lstStyle/>
          <a:p>
            <a:pPr algn="ctr" defTabSz="932192" fontAlgn="base">
              <a:lnSpc>
                <a:spcPct val="90000"/>
              </a:lnSpc>
              <a:spcBef>
                <a:spcPct val="0"/>
              </a:spcBef>
              <a:spcAft>
                <a:spcPct val="0"/>
              </a:spcAft>
              <a:defRPr/>
            </a:pPr>
            <a:endParaRPr lang="en-GB" sz="2399" kern="0" dirty="0" err="1">
              <a:gradFill>
                <a:gsLst>
                  <a:gs pos="0">
                    <a:srgbClr val="FFFFFF"/>
                  </a:gs>
                  <a:gs pos="100000">
                    <a:srgbClr val="FFFFFF"/>
                  </a:gs>
                </a:gsLst>
                <a:lin ang="5400000" scaled="0"/>
              </a:gradFill>
              <a:latin typeface="Arial"/>
              <a:ea typeface="Segoe UI" pitchFamily="34" charset="0"/>
              <a:cs typeface="Segoe UI" pitchFamily="34" charset="0"/>
            </a:endParaRPr>
          </a:p>
        </p:txBody>
      </p:sp>
    </p:spTree>
    <p:extLst>
      <p:ext uri="{BB962C8B-B14F-4D97-AF65-F5344CB8AC3E}">
        <p14:creationId xmlns:p14="http://schemas.microsoft.com/office/powerpoint/2010/main" val="1897160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6F4EE-86EA-FDB8-8EC7-8EDA72FA9CB4}"/>
              </a:ext>
            </a:extLst>
          </p:cNvPr>
          <p:cNvSpPr>
            <a:spLocks noGrp="1"/>
          </p:cNvSpPr>
          <p:nvPr>
            <p:ph type="title"/>
          </p:nvPr>
        </p:nvSpPr>
        <p:spPr/>
        <p:txBody>
          <a:bodyPr/>
          <a:lstStyle/>
          <a:p>
            <a:r>
              <a:rPr lang="en-GB" dirty="0"/>
              <a:t>Early days of Power Platform DevOps</a:t>
            </a:r>
            <a:endParaRPr lang="en-US" dirty="0"/>
          </a:p>
        </p:txBody>
      </p:sp>
      <p:pic>
        <p:nvPicPr>
          <p:cNvPr id="1026" name="Picture 2" descr="a bunch of IT developers pushing a car from behind, zoomed out to show the entire car">
            <a:extLst>
              <a:ext uri="{FF2B5EF4-FFF2-40B4-BE49-F238E27FC236}">
                <a16:creationId xmlns:a16="http://schemas.microsoft.com/office/drawing/2014/main" id="{2569A410-97C3-8486-FD04-B81E55E0B2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7144" y="887104"/>
            <a:ext cx="5277711" cy="5277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9175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C9D8D-E6CB-DA73-D2FF-2FAF495CCDF5}"/>
              </a:ext>
            </a:extLst>
          </p:cNvPr>
          <p:cNvSpPr>
            <a:spLocks noGrp="1"/>
          </p:cNvSpPr>
          <p:nvPr>
            <p:ph type="title"/>
          </p:nvPr>
        </p:nvSpPr>
        <p:spPr>
          <a:xfrm>
            <a:off x="254758" y="407055"/>
            <a:ext cx="11655188" cy="887105"/>
          </a:xfrm>
        </p:spPr>
        <p:txBody>
          <a:bodyPr>
            <a:normAutofit fontScale="90000"/>
          </a:bodyPr>
          <a:lstStyle/>
          <a:p>
            <a:r>
              <a:rPr lang="en-GB" dirty="0"/>
              <a:t>Current Expectations of Power Platform DevOps</a:t>
            </a:r>
            <a:endParaRPr lang="en-US" dirty="0"/>
          </a:p>
        </p:txBody>
      </p:sp>
      <p:pic>
        <p:nvPicPr>
          <p:cNvPr id="2050" name="Picture 2" descr="futuristic autonomous driving car that only takes passengers with open doors showing the inside">
            <a:extLst>
              <a:ext uri="{FF2B5EF4-FFF2-40B4-BE49-F238E27FC236}">
                <a16:creationId xmlns:a16="http://schemas.microsoft.com/office/drawing/2014/main" id="{0F5CC2E2-4AAF-E059-F9B5-F6F517CD0E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5875" y="1241065"/>
            <a:ext cx="5072954" cy="50729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8476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F3299-87B8-4E35-92F5-1B75A8A2F41C}"/>
              </a:ext>
            </a:extLst>
          </p:cNvPr>
          <p:cNvSpPr>
            <a:spLocks noGrp="1"/>
          </p:cNvSpPr>
          <p:nvPr>
            <p:ph type="title"/>
          </p:nvPr>
        </p:nvSpPr>
        <p:spPr/>
        <p:txBody>
          <a:bodyPr/>
          <a:lstStyle/>
          <a:p>
            <a:r>
              <a:rPr lang="en-GB" dirty="0"/>
              <a:t>ALM Activities and Tools</a:t>
            </a:r>
          </a:p>
        </p:txBody>
      </p:sp>
      <p:sp>
        <p:nvSpPr>
          <p:cNvPr id="7" name="Rectangle 6">
            <a:extLst>
              <a:ext uri="{FF2B5EF4-FFF2-40B4-BE49-F238E27FC236}">
                <a16:creationId xmlns:a16="http://schemas.microsoft.com/office/drawing/2014/main" id="{03A2344F-BB13-49F3-9BA0-1321FF80E279}"/>
              </a:ext>
            </a:extLst>
          </p:cNvPr>
          <p:cNvSpPr/>
          <p:nvPr/>
        </p:nvSpPr>
        <p:spPr>
          <a:xfrm>
            <a:off x="507133" y="873918"/>
            <a:ext cx="2020362" cy="5110161"/>
          </a:xfrm>
          <a:prstGeom prst="rect">
            <a:avLst/>
          </a:prstGeom>
          <a:solidFill>
            <a:schemeClr val="bg2"/>
          </a:solidFill>
          <a:ln w="9525" cap="flat" cmpd="sng" algn="ctr">
            <a:solidFill>
              <a:srgbClr val="EAEAEA"/>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62">
              <a:defRPr/>
            </a:pPr>
            <a:r>
              <a:rPr lang="en-GB" sz="1600" b="1" kern="0" dirty="0">
                <a:latin typeface="Arial"/>
              </a:rPr>
              <a:t>Plan</a:t>
            </a:r>
          </a:p>
        </p:txBody>
      </p:sp>
      <p:sp>
        <p:nvSpPr>
          <p:cNvPr id="8" name="Rectangle 7">
            <a:extLst>
              <a:ext uri="{FF2B5EF4-FFF2-40B4-BE49-F238E27FC236}">
                <a16:creationId xmlns:a16="http://schemas.microsoft.com/office/drawing/2014/main" id="{B06C9764-F499-437E-8F74-6723F77F43CD}"/>
              </a:ext>
            </a:extLst>
          </p:cNvPr>
          <p:cNvSpPr/>
          <p:nvPr/>
        </p:nvSpPr>
        <p:spPr>
          <a:xfrm>
            <a:off x="2877540" y="880511"/>
            <a:ext cx="2020362" cy="5110161"/>
          </a:xfrm>
          <a:prstGeom prst="rect">
            <a:avLst/>
          </a:prstGeom>
          <a:solidFill>
            <a:schemeClr val="bg2"/>
          </a:solidFill>
          <a:ln w="9525" cap="flat" cmpd="sng" algn="ctr">
            <a:solidFill>
              <a:srgbClr val="EAEAEA"/>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62">
              <a:defRPr/>
            </a:pPr>
            <a:r>
              <a:rPr lang="en-GB" sz="1600" b="1" kern="0" dirty="0">
                <a:latin typeface="Arial"/>
              </a:rPr>
              <a:t>Develop</a:t>
            </a:r>
          </a:p>
        </p:txBody>
      </p:sp>
      <p:sp>
        <p:nvSpPr>
          <p:cNvPr id="9" name="Rectangle 8">
            <a:extLst>
              <a:ext uri="{FF2B5EF4-FFF2-40B4-BE49-F238E27FC236}">
                <a16:creationId xmlns:a16="http://schemas.microsoft.com/office/drawing/2014/main" id="{0EBE4C35-E368-421A-A726-5642DE1A0F87}"/>
              </a:ext>
            </a:extLst>
          </p:cNvPr>
          <p:cNvSpPr/>
          <p:nvPr/>
        </p:nvSpPr>
        <p:spPr>
          <a:xfrm>
            <a:off x="5247947" y="880511"/>
            <a:ext cx="2020362" cy="5110161"/>
          </a:xfrm>
          <a:prstGeom prst="rect">
            <a:avLst/>
          </a:prstGeom>
          <a:solidFill>
            <a:schemeClr val="bg2"/>
          </a:solidFill>
          <a:ln w="9525" cap="flat" cmpd="sng" algn="ctr">
            <a:solidFill>
              <a:srgbClr val="EAEAEA"/>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62">
              <a:defRPr/>
            </a:pPr>
            <a:r>
              <a:rPr lang="en-GB" sz="1600" b="1" kern="0" dirty="0">
                <a:latin typeface="Arial"/>
              </a:rPr>
              <a:t>Build &amp; Release</a:t>
            </a:r>
          </a:p>
        </p:txBody>
      </p:sp>
      <p:sp>
        <p:nvSpPr>
          <p:cNvPr id="10" name="Rectangle 9">
            <a:extLst>
              <a:ext uri="{FF2B5EF4-FFF2-40B4-BE49-F238E27FC236}">
                <a16:creationId xmlns:a16="http://schemas.microsoft.com/office/drawing/2014/main" id="{1B6D3DD0-A098-4EFB-9C9C-09F6DAB9CD19}"/>
              </a:ext>
            </a:extLst>
          </p:cNvPr>
          <p:cNvSpPr/>
          <p:nvPr/>
        </p:nvSpPr>
        <p:spPr>
          <a:xfrm>
            <a:off x="7568765" y="887104"/>
            <a:ext cx="2020362" cy="5110161"/>
          </a:xfrm>
          <a:prstGeom prst="rect">
            <a:avLst/>
          </a:prstGeom>
          <a:solidFill>
            <a:schemeClr val="bg2"/>
          </a:solidFill>
          <a:ln w="9525" cap="flat" cmpd="sng" algn="ctr">
            <a:solidFill>
              <a:srgbClr val="EAEAEA"/>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62">
              <a:defRPr/>
            </a:pPr>
            <a:r>
              <a:rPr lang="en-GB" sz="1600" b="1" kern="0" dirty="0">
                <a:latin typeface="Arial"/>
              </a:rPr>
              <a:t>Test</a:t>
            </a:r>
          </a:p>
        </p:txBody>
      </p:sp>
      <p:sp>
        <p:nvSpPr>
          <p:cNvPr id="11" name="Rectangle 10">
            <a:extLst>
              <a:ext uri="{FF2B5EF4-FFF2-40B4-BE49-F238E27FC236}">
                <a16:creationId xmlns:a16="http://schemas.microsoft.com/office/drawing/2014/main" id="{6E492399-7E7B-43AB-B3A5-C41A479E8BEB}"/>
              </a:ext>
            </a:extLst>
          </p:cNvPr>
          <p:cNvSpPr/>
          <p:nvPr/>
        </p:nvSpPr>
        <p:spPr>
          <a:xfrm>
            <a:off x="9889584" y="873917"/>
            <a:ext cx="2020362" cy="5110161"/>
          </a:xfrm>
          <a:prstGeom prst="rect">
            <a:avLst/>
          </a:prstGeom>
          <a:solidFill>
            <a:schemeClr val="bg2"/>
          </a:solidFill>
          <a:ln w="9525" cap="flat" cmpd="sng" algn="ctr">
            <a:solidFill>
              <a:srgbClr val="EAEAEA"/>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2462">
              <a:defRPr/>
            </a:pPr>
            <a:r>
              <a:rPr lang="en-GB" sz="1600" b="1" kern="0" dirty="0">
                <a:latin typeface="Arial"/>
              </a:rPr>
              <a:t>Operate</a:t>
            </a:r>
          </a:p>
        </p:txBody>
      </p:sp>
      <p:sp>
        <p:nvSpPr>
          <p:cNvPr id="12" name="Rectangle: Rounded Corners 11">
            <a:extLst>
              <a:ext uri="{FF2B5EF4-FFF2-40B4-BE49-F238E27FC236}">
                <a16:creationId xmlns:a16="http://schemas.microsoft.com/office/drawing/2014/main" id="{53485734-7DFD-49C1-92A9-78D60B40630D}"/>
              </a:ext>
            </a:extLst>
          </p:cNvPr>
          <p:cNvSpPr/>
          <p:nvPr/>
        </p:nvSpPr>
        <p:spPr>
          <a:xfrm>
            <a:off x="631731" y="1329546"/>
            <a:ext cx="1778534" cy="1207327"/>
          </a:xfrm>
          <a:prstGeom prst="roundRect">
            <a:avLst/>
          </a:prstGeom>
          <a:solidFill>
            <a:schemeClr val="tx1"/>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200" kern="0" dirty="0">
                <a:solidFill>
                  <a:srgbClr val="FFFFFF"/>
                </a:solidFill>
                <a:latin typeface="Arial"/>
              </a:rPr>
              <a:t>Backlog</a:t>
            </a:r>
          </a:p>
          <a:p>
            <a:pPr defTabSz="932462">
              <a:defRPr/>
            </a:pPr>
            <a:r>
              <a:rPr lang="en-GB" sz="1200" kern="0" dirty="0">
                <a:solidFill>
                  <a:srgbClr val="FFFFFF"/>
                </a:solidFill>
                <a:latin typeface="Arial"/>
              </a:rPr>
              <a:t>Prioritisation</a:t>
            </a:r>
          </a:p>
          <a:p>
            <a:pPr defTabSz="932462">
              <a:defRPr/>
            </a:pPr>
            <a:r>
              <a:rPr lang="en-GB" sz="1200" kern="0" dirty="0">
                <a:solidFill>
                  <a:srgbClr val="FFFFFF"/>
                </a:solidFill>
                <a:latin typeface="Arial"/>
              </a:rPr>
              <a:t>Planning</a:t>
            </a:r>
          </a:p>
        </p:txBody>
      </p:sp>
      <p:sp>
        <p:nvSpPr>
          <p:cNvPr id="13" name="Rectangle: Rounded Corners 12">
            <a:extLst>
              <a:ext uri="{FF2B5EF4-FFF2-40B4-BE49-F238E27FC236}">
                <a16:creationId xmlns:a16="http://schemas.microsoft.com/office/drawing/2014/main" id="{1A36B122-082E-4B22-9349-D8C4779A3A02}"/>
              </a:ext>
            </a:extLst>
          </p:cNvPr>
          <p:cNvSpPr/>
          <p:nvPr/>
        </p:nvSpPr>
        <p:spPr>
          <a:xfrm>
            <a:off x="2998454" y="1329546"/>
            <a:ext cx="1778534" cy="1207327"/>
          </a:xfrm>
          <a:prstGeom prst="roundRect">
            <a:avLst/>
          </a:prstGeom>
          <a:solidFill>
            <a:schemeClr val="tx1"/>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200" kern="0" dirty="0">
                <a:solidFill>
                  <a:srgbClr val="FFFFFF"/>
                </a:solidFill>
                <a:latin typeface="Arial"/>
              </a:rPr>
              <a:t>Build components</a:t>
            </a:r>
          </a:p>
          <a:p>
            <a:pPr defTabSz="932462">
              <a:defRPr/>
            </a:pPr>
            <a:r>
              <a:rPr lang="en-GB" sz="1200" kern="0" dirty="0">
                <a:solidFill>
                  <a:srgbClr val="FFFFFF"/>
                </a:solidFill>
                <a:latin typeface="Arial"/>
              </a:rPr>
              <a:t>Source Control</a:t>
            </a:r>
          </a:p>
          <a:p>
            <a:pPr defTabSz="932462">
              <a:defRPr/>
            </a:pPr>
            <a:r>
              <a:rPr lang="en-GB" sz="1200" kern="0" dirty="0">
                <a:solidFill>
                  <a:srgbClr val="FFFFFF"/>
                </a:solidFill>
                <a:latin typeface="Arial"/>
              </a:rPr>
              <a:t>Peer Reviews</a:t>
            </a:r>
          </a:p>
          <a:p>
            <a:pPr defTabSz="932462">
              <a:defRPr/>
            </a:pPr>
            <a:r>
              <a:rPr lang="en-GB" sz="1200" kern="0" dirty="0">
                <a:solidFill>
                  <a:srgbClr val="FFFFFF"/>
                </a:solidFill>
                <a:latin typeface="Arial"/>
              </a:rPr>
              <a:t>Quality Checks</a:t>
            </a:r>
          </a:p>
        </p:txBody>
      </p:sp>
      <p:sp>
        <p:nvSpPr>
          <p:cNvPr id="14" name="Rectangle: Rounded Corners 13">
            <a:extLst>
              <a:ext uri="{FF2B5EF4-FFF2-40B4-BE49-F238E27FC236}">
                <a16:creationId xmlns:a16="http://schemas.microsoft.com/office/drawing/2014/main" id="{73A944CB-9B66-4A3D-A8B7-8E25EDE134F4}"/>
              </a:ext>
            </a:extLst>
          </p:cNvPr>
          <p:cNvSpPr/>
          <p:nvPr/>
        </p:nvSpPr>
        <p:spPr>
          <a:xfrm>
            <a:off x="5368861" y="1329546"/>
            <a:ext cx="1778534" cy="1207327"/>
          </a:xfrm>
          <a:prstGeom prst="roundRect">
            <a:avLst/>
          </a:prstGeom>
          <a:solidFill>
            <a:schemeClr val="tx1"/>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200" kern="0" dirty="0">
                <a:solidFill>
                  <a:srgbClr val="FFFFFF"/>
                </a:solidFill>
                <a:latin typeface="Arial"/>
              </a:rPr>
              <a:t>Packaging</a:t>
            </a:r>
          </a:p>
          <a:p>
            <a:pPr defTabSz="932462">
              <a:defRPr/>
            </a:pPr>
            <a:r>
              <a:rPr lang="en-GB" sz="1200" kern="0" dirty="0">
                <a:solidFill>
                  <a:srgbClr val="FFFFFF"/>
                </a:solidFill>
                <a:latin typeface="Arial"/>
              </a:rPr>
              <a:t>Provisioning</a:t>
            </a:r>
          </a:p>
          <a:p>
            <a:pPr defTabSz="932462">
              <a:defRPr/>
            </a:pPr>
            <a:r>
              <a:rPr lang="en-GB" sz="1200" kern="0" dirty="0">
                <a:solidFill>
                  <a:srgbClr val="FFFFFF"/>
                </a:solidFill>
                <a:latin typeface="Arial"/>
              </a:rPr>
              <a:t>Deployment</a:t>
            </a:r>
            <a:br>
              <a:rPr lang="en-GB" sz="1200" kern="0" dirty="0">
                <a:solidFill>
                  <a:srgbClr val="FFFFFF"/>
                </a:solidFill>
                <a:latin typeface="Arial"/>
              </a:rPr>
            </a:br>
            <a:r>
              <a:rPr lang="en-GB" sz="1200" kern="0" dirty="0">
                <a:solidFill>
                  <a:srgbClr val="FFFFFF"/>
                </a:solidFill>
                <a:latin typeface="Arial"/>
              </a:rPr>
              <a:t>CI/CD</a:t>
            </a:r>
          </a:p>
        </p:txBody>
      </p:sp>
      <p:sp>
        <p:nvSpPr>
          <p:cNvPr id="15" name="Rectangle: Rounded Corners 14">
            <a:extLst>
              <a:ext uri="{FF2B5EF4-FFF2-40B4-BE49-F238E27FC236}">
                <a16:creationId xmlns:a16="http://schemas.microsoft.com/office/drawing/2014/main" id="{BBBA3D90-306C-449E-B2C8-911544938303}"/>
              </a:ext>
            </a:extLst>
          </p:cNvPr>
          <p:cNvSpPr/>
          <p:nvPr/>
        </p:nvSpPr>
        <p:spPr>
          <a:xfrm>
            <a:off x="7689679" y="1329546"/>
            <a:ext cx="1778534" cy="1207327"/>
          </a:xfrm>
          <a:prstGeom prst="roundRect">
            <a:avLst/>
          </a:prstGeom>
          <a:solidFill>
            <a:schemeClr val="tx1"/>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200" kern="0" dirty="0">
                <a:solidFill>
                  <a:srgbClr val="FFFFFF"/>
                </a:solidFill>
                <a:latin typeface="Arial"/>
              </a:rPr>
              <a:t>Manual Testing</a:t>
            </a:r>
          </a:p>
          <a:p>
            <a:pPr defTabSz="932462">
              <a:defRPr/>
            </a:pPr>
            <a:r>
              <a:rPr lang="en-GB" sz="1200" kern="0" dirty="0">
                <a:solidFill>
                  <a:srgbClr val="FFFFFF"/>
                </a:solidFill>
                <a:latin typeface="Arial"/>
              </a:rPr>
              <a:t>Automated Testing</a:t>
            </a:r>
          </a:p>
          <a:p>
            <a:pPr defTabSz="932462">
              <a:defRPr/>
            </a:pPr>
            <a:r>
              <a:rPr lang="en-GB" sz="1200" kern="0" dirty="0">
                <a:solidFill>
                  <a:srgbClr val="FFFFFF"/>
                </a:solidFill>
                <a:latin typeface="Arial"/>
              </a:rPr>
              <a:t>UAT</a:t>
            </a:r>
          </a:p>
          <a:p>
            <a:pPr defTabSz="932462">
              <a:defRPr/>
            </a:pPr>
            <a:r>
              <a:rPr lang="en-GB" sz="1200" kern="0" dirty="0">
                <a:solidFill>
                  <a:srgbClr val="FFFFFF"/>
                </a:solidFill>
                <a:latin typeface="Arial"/>
              </a:rPr>
              <a:t>Sign offs</a:t>
            </a:r>
          </a:p>
        </p:txBody>
      </p:sp>
      <p:sp>
        <p:nvSpPr>
          <p:cNvPr id="16" name="Rectangle: Rounded Corners 15">
            <a:extLst>
              <a:ext uri="{FF2B5EF4-FFF2-40B4-BE49-F238E27FC236}">
                <a16:creationId xmlns:a16="http://schemas.microsoft.com/office/drawing/2014/main" id="{4E77001A-A8FA-401A-8FFD-1E796113E5FE}"/>
              </a:ext>
            </a:extLst>
          </p:cNvPr>
          <p:cNvSpPr/>
          <p:nvPr/>
        </p:nvSpPr>
        <p:spPr>
          <a:xfrm>
            <a:off x="10010498" y="1329545"/>
            <a:ext cx="1778534" cy="1207327"/>
          </a:xfrm>
          <a:prstGeom prst="roundRect">
            <a:avLst/>
          </a:prstGeom>
          <a:solidFill>
            <a:schemeClr val="tx1"/>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200" kern="0" dirty="0">
                <a:solidFill>
                  <a:srgbClr val="FFFFFF"/>
                </a:solidFill>
                <a:latin typeface="Arial"/>
              </a:rPr>
              <a:t>Change Management</a:t>
            </a:r>
          </a:p>
          <a:p>
            <a:pPr defTabSz="932462">
              <a:defRPr/>
            </a:pPr>
            <a:r>
              <a:rPr lang="en-GB" sz="1200" kern="0" dirty="0">
                <a:solidFill>
                  <a:srgbClr val="FFFFFF"/>
                </a:solidFill>
                <a:latin typeface="Arial"/>
              </a:rPr>
              <a:t>Logging &amp; Monitoring</a:t>
            </a:r>
          </a:p>
          <a:p>
            <a:pPr defTabSz="932462">
              <a:defRPr/>
            </a:pPr>
            <a:r>
              <a:rPr lang="en-GB" sz="1200" kern="0" dirty="0">
                <a:solidFill>
                  <a:srgbClr val="FFFFFF"/>
                </a:solidFill>
                <a:latin typeface="Arial"/>
              </a:rPr>
              <a:t>Incidents &amp; Support</a:t>
            </a:r>
            <a:br>
              <a:rPr lang="en-GB" sz="1200" kern="0" dirty="0">
                <a:solidFill>
                  <a:srgbClr val="FFFFFF"/>
                </a:solidFill>
                <a:latin typeface="Arial"/>
              </a:rPr>
            </a:br>
            <a:r>
              <a:rPr lang="en-GB" sz="1200" kern="0" dirty="0">
                <a:solidFill>
                  <a:srgbClr val="FFFFFF"/>
                </a:solidFill>
                <a:latin typeface="Arial"/>
              </a:rPr>
              <a:t>Administration</a:t>
            </a:r>
            <a:br>
              <a:rPr lang="en-GB" sz="1200" kern="0" dirty="0">
                <a:solidFill>
                  <a:srgbClr val="FFFFFF"/>
                </a:solidFill>
                <a:latin typeface="Arial"/>
              </a:rPr>
            </a:br>
            <a:r>
              <a:rPr lang="en-GB" sz="1200" kern="0" dirty="0">
                <a:solidFill>
                  <a:srgbClr val="FFFFFF"/>
                </a:solidFill>
                <a:latin typeface="Arial"/>
              </a:rPr>
              <a:t>Feedback</a:t>
            </a:r>
            <a:br>
              <a:rPr lang="en-GB" sz="1200" kern="0" dirty="0">
                <a:solidFill>
                  <a:srgbClr val="FFFFFF"/>
                </a:solidFill>
                <a:latin typeface="Arial"/>
              </a:rPr>
            </a:br>
            <a:endParaRPr lang="en-GB" sz="1200" kern="0" dirty="0">
              <a:solidFill>
                <a:srgbClr val="FFFFFF"/>
              </a:solidFill>
              <a:latin typeface="Arial"/>
            </a:endParaRPr>
          </a:p>
        </p:txBody>
      </p:sp>
      <p:sp>
        <p:nvSpPr>
          <p:cNvPr id="17" name="Rectangle: Rounded Corners 16">
            <a:extLst>
              <a:ext uri="{FF2B5EF4-FFF2-40B4-BE49-F238E27FC236}">
                <a16:creationId xmlns:a16="http://schemas.microsoft.com/office/drawing/2014/main" id="{90815ED9-8D30-40BE-A29A-24F5B071C830}"/>
              </a:ext>
            </a:extLst>
          </p:cNvPr>
          <p:cNvSpPr/>
          <p:nvPr/>
        </p:nvSpPr>
        <p:spPr>
          <a:xfrm>
            <a:off x="631731" y="2705659"/>
            <a:ext cx="1778534" cy="815953"/>
          </a:xfrm>
          <a:prstGeom prst="roundRect">
            <a:avLst/>
          </a:prstGeom>
          <a:solidFill>
            <a:srgbClr val="92D050"/>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600" kern="0" dirty="0">
                <a:solidFill>
                  <a:srgbClr val="FFFFFF"/>
                </a:solidFill>
                <a:latin typeface="Arial"/>
              </a:rPr>
              <a:t>Product Owner</a:t>
            </a:r>
            <a:br>
              <a:rPr lang="en-GB" sz="1600" kern="0" dirty="0">
                <a:solidFill>
                  <a:srgbClr val="FFFFFF"/>
                </a:solidFill>
                <a:latin typeface="Arial"/>
              </a:rPr>
            </a:br>
            <a:r>
              <a:rPr lang="en-GB" sz="1600" kern="0" dirty="0">
                <a:solidFill>
                  <a:srgbClr val="FFFFFF"/>
                </a:solidFill>
                <a:latin typeface="Arial"/>
              </a:rPr>
              <a:t>Team</a:t>
            </a:r>
          </a:p>
        </p:txBody>
      </p:sp>
      <p:sp>
        <p:nvSpPr>
          <p:cNvPr id="18" name="Rectangle: Rounded Corners 17">
            <a:extLst>
              <a:ext uri="{FF2B5EF4-FFF2-40B4-BE49-F238E27FC236}">
                <a16:creationId xmlns:a16="http://schemas.microsoft.com/office/drawing/2014/main" id="{2BC8F0AF-CD1F-4AEA-8788-67B8D7F978F5}"/>
              </a:ext>
            </a:extLst>
          </p:cNvPr>
          <p:cNvSpPr/>
          <p:nvPr/>
        </p:nvSpPr>
        <p:spPr>
          <a:xfrm>
            <a:off x="2998454" y="2705659"/>
            <a:ext cx="1778534" cy="815954"/>
          </a:xfrm>
          <a:prstGeom prst="roundRect">
            <a:avLst/>
          </a:prstGeom>
          <a:solidFill>
            <a:srgbClr val="92D050"/>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600" kern="0" dirty="0">
                <a:solidFill>
                  <a:srgbClr val="FFFFFF"/>
                </a:solidFill>
                <a:latin typeface="Arial"/>
              </a:rPr>
              <a:t>Citizen Devs</a:t>
            </a:r>
            <a:br>
              <a:rPr lang="en-GB" sz="1600" kern="0" dirty="0">
                <a:solidFill>
                  <a:srgbClr val="FFFFFF"/>
                </a:solidFill>
                <a:latin typeface="Arial"/>
              </a:rPr>
            </a:br>
            <a:r>
              <a:rPr lang="en-GB" sz="1600" kern="0" dirty="0">
                <a:solidFill>
                  <a:srgbClr val="FFFFFF"/>
                </a:solidFill>
                <a:latin typeface="Arial"/>
              </a:rPr>
              <a:t>Pro Devs</a:t>
            </a:r>
          </a:p>
        </p:txBody>
      </p:sp>
      <p:sp>
        <p:nvSpPr>
          <p:cNvPr id="19" name="Rectangle: Rounded Corners 18">
            <a:extLst>
              <a:ext uri="{FF2B5EF4-FFF2-40B4-BE49-F238E27FC236}">
                <a16:creationId xmlns:a16="http://schemas.microsoft.com/office/drawing/2014/main" id="{70937BD4-AB2F-4520-8D66-5C306EB3F2F2}"/>
              </a:ext>
            </a:extLst>
          </p:cNvPr>
          <p:cNvSpPr/>
          <p:nvPr/>
        </p:nvSpPr>
        <p:spPr>
          <a:xfrm>
            <a:off x="5368861" y="2705657"/>
            <a:ext cx="1778534" cy="815955"/>
          </a:xfrm>
          <a:prstGeom prst="roundRect">
            <a:avLst/>
          </a:prstGeom>
          <a:solidFill>
            <a:srgbClr val="92D050"/>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600" kern="0" dirty="0">
                <a:solidFill>
                  <a:srgbClr val="FFFFFF"/>
                </a:solidFill>
                <a:latin typeface="Arial"/>
              </a:rPr>
              <a:t>Pro Devs</a:t>
            </a:r>
          </a:p>
          <a:p>
            <a:pPr defTabSz="932462">
              <a:defRPr/>
            </a:pPr>
            <a:r>
              <a:rPr lang="en-GB" sz="1600" kern="0" dirty="0">
                <a:solidFill>
                  <a:srgbClr val="FFFFFF"/>
                </a:solidFill>
                <a:latin typeface="Arial"/>
              </a:rPr>
              <a:t>DevOps</a:t>
            </a:r>
          </a:p>
        </p:txBody>
      </p:sp>
      <p:sp>
        <p:nvSpPr>
          <p:cNvPr id="20" name="Rectangle: Rounded Corners 19">
            <a:extLst>
              <a:ext uri="{FF2B5EF4-FFF2-40B4-BE49-F238E27FC236}">
                <a16:creationId xmlns:a16="http://schemas.microsoft.com/office/drawing/2014/main" id="{69FFAA2D-7508-4A90-A27B-6304B96BB9A7}"/>
              </a:ext>
            </a:extLst>
          </p:cNvPr>
          <p:cNvSpPr/>
          <p:nvPr/>
        </p:nvSpPr>
        <p:spPr>
          <a:xfrm>
            <a:off x="7689679" y="2705657"/>
            <a:ext cx="1778534" cy="815955"/>
          </a:xfrm>
          <a:prstGeom prst="roundRect">
            <a:avLst/>
          </a:prstGeom>
          <a:solidFill>
            <a:srgbClr val="92D050"/>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600" kern="0" dirty="0">
                <a:solidFill>
                  <a:srgbClr val="FFFFFF"/>
                </a:solidFill>
                <a:latin typeface="Arial"/>
              </a:rPr>
              <a:t>Testers</a:t>
            </a:r>
          </a:p>
          <a:p>
            <a:pPr defTabSz="932462">
              <a:defRPr/>
            </a:pPr>
            <a:r>
              <a:rPr lang="en-GB" sz="1600" kern="0" dirty="0">
                <a:solidFill>
                  <a:srgbClr val="FFFFFF"/>
                </a:solidFill>
                <a:latin typeface="Arial"/>
              </a:rPr>
              <a:t>Business</a:t>
            </a:r>
          </a:p>
        </p:txBody>
      </p:sp>
      <p:sp>
        <p:nvSpPr>
          <p:cNvPr id="21" name="Rectangle: Rounded Corners 20">
            <a:extLst>
              <a:ext uri="{FF2B5EF4-FFF2-40B4-BE49-F238E27FC236}">
                <a16:creationId xmlns:a16="http://schemas.microsoft.com/office/drawing/2014/main" id="{4BA14E99-4122-4CF1-AEF8-64CA681E7CF6}"/>
              </a:ext>
            </a:extLst>
          </p:cNvPr>
          <p:cNvSpPr/>
          <p:nvPr/>
        </p:nvSpPr>
        <p:spPr>
          <a:xfrm>
            <a:off x="10010498" y="2705657"/>
            <a:ext cx="1778534" cy="815955"/>
          </a:xfrm>
          <a:prstGeom prst="roundRect">
            <a:avLst/>
          </a:prstGeom>
          <a:solidFill>
            <a:srgbClr val="92D050"/>
          </a:solidFill>
          <a:ln w="9525" cap="flat" cmpd="sng" algn="ctr">
            <a:solidFill>
              <a:srgbClr val="B2B4B3"/>
            </a:solidFill>
            <a:prstDash val="solid"/>
          </a:ln>
          <a:effectLst/>
        </p:spPr>
        <p:txBody>
          <a:bodyPr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32462">
              <a:defRPr/>
            </a:pPr>
            <a:r>
              <a:rPr lang="en-GB" sz="1600" kern="0" dirty="0">
                <a:solidFill>
                  <a:srgbClr val="FFFFFF"/>
                </a:solidFill>
                <a:latin typeface="Arial"/>
              </a:rPr>
              <a:t>DevOps</a:t>
            </a:r>
          </a:p>
          <a:p>
            <a:pPr defTabSz="932462">
              <a:defRPr/>
            </a:pPr>
            <a:r>
              <a:rPr lang="en-GB" sz="1600" kern="0" dirty="0">
                <a:solidFill>
                  <a:srgbClr val="FFFFFF"/>
                </a:solidFill>
                <a:latin typeface="Arial"/>
              </a:rPr>
              <a:t>Operations</a:t>
            </a:r>
          </a:p>
        </p:txBody>
      </p:sp>
      <p:pic>
        <p:nvPicPr>
          <p:cNvPr id="2050" name="Picture 2" descr="Integrating Netsparker Standard with Azure DevOps | Netsparker">
            <a:extLst>
              <a:ext uri="{FF2B5EF4-FFF2-40B4-BE49-F238E27FC236}">
                <a16:creationId xmlns:a16="http://schemas.microsoft.com/office/drawing/2014/main" id="{77DEC21D-DE81-40FE-9ABB-6A26640C9C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9067" y="3664381"/>
            <a:ext cx="648915" cy="46526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epos Archives | PRAKTIK Group">
            <a:extLst>
              <a:ext uri="{FF2B5EF4-FFF2-40B4-BE49-F238E27FC236}">
                <a16:creationId xmlns:a16="http://schemas.microsoft.com/office/drawing/2014/main" id="{C1587735-E970-4FE1-8780-E21C9BE121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2344" y="3708056"/>
            <a:ext cx="711575" cy="46526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ow to Build an Azure Pipeline (Build/Release) from Scratch">
            <a:extLst>
              <a:ext uri="{FF2B5EF4-FFF2-40B4-BE49-F238E27FC236}">
                <a16:creationId xmlns:a16="http://schemas.microsoft.com/office/drawing/2014/main" id="{87FEFA60-1E31-4D53-8BCB-F80AA32F4F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9303" y="3708056"/>
            <a:ext cx="807498" cy="46526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DevOps | Anakot Cloud Expert">
            <a:extLst>
              <a:ext uri="{FF2B5EF4-FFF2-40B4-BE49-F238E27FC236}">
                <a16:creationId xmlns:a16="http://schemas.microsoft.com/office/drawing/2014/main" id="{90953238-C74B-4794-812C-BE226276AF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3158" y="3664381"/>
            <a:ext cx="711574" cy="46526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Jira Logo transparent PNG - StickPNG">
            <a:extLst>
              <a:ext uri="{FF2B5EF4-FFF2-40B4-BE49-F238E27FC236}">
                <a16:creationId xmlns:a16="http://schemas.microsoft.com/office/drawing/2014/main" id="{7A69D163-816E-44C0-B4F7-A1083D4A04B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2496" y="4358588"/>
            <a:ext cx="1009635" cy="394257"/>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Jenkins Logo PNG Transparent &amp;amp; SVG Vector - Freebie Supply">
            <a:extLst>
              <a:ext uri="{FF2B5EF4-FFF2-40B4-BE49-F238E27FC236}">
                <a16:creationId xmlns:a16="http://schemas.microsoft.com/office/drawing/2014/main" id="{45999552-D9CC-4B14-AD77-CAC3AE91C25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93503" y="4608263"/>
            <a:ext cx="1226921" cy="920191"/>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GitHub logo and symbol, meaning, history, PNG">
            <a:extLst>
              <a:ext uri="{FF2B5EF4-FFF2-40B4-BE49-F238E27FC236}">
                <a16:creationId xmlns:a16="http://schemas.microsoft.com/office/drawing/2014/main" id="{3B7AF41B-F32C-49D7-8E12-9DB211FFFFA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6704" y="4293285"/>
            <a:ext cx="822857" cy="462857"/>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a:extLst>
              <a:ext uri="{FF2B5EF4-FFF2-40B4-BE49-F238E27FC236}">
                <a16:creationId xmlns:a16="http://schemas.microsoft.com/office/drawing/2014/main" id="{79A1A112-7CDC-4D5B-8FE4-7B2D4A3E2FC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160217" y="3727748"/>
            <a:ext cx="1414304" cy="206621"/>
          </a:xfrm>
          <a:prstGeom prst="rect">
            <a:avLst/>
          </a:prstGeom>
          <a:noFill/>
          <a:extLst>
            <a:ext uri="{909E8E84-426E-40DD-AFC4-6F175D3DCCD1}">
              <a14:hiddenFill xmlns:a14="http://schemas.microsoft.com/office/drawing/2010/main">
                <a:solidFill>
                  <a:srgbClr val="FFFFFF"/>
                </a:solidFill>
              </a14:hiddenFill>
            </a:ext>
          </a:extLst>
        </p:spPr>
      </p:pic>
      <p:pic>
        <p:nvPicPr>
          <p:cNvPr id="2074" name="Picture 26" descr="Azure Monitor vROps Integration | ZigiOps Integration Platform">
            <a:extLst>
              <a:ext uri="{FF2B5EF4-FFF2-40B4-BE49-F238E27FC236}">
                <a16:creationId xmlns:a16="http://schemas.microsoft.com/office/drawing/2014/main" id="{7C109C1C-7971-442F-A39B-0D42CB28363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178995" y="4358588"/>
            <a:ext cx="1376748" cy="296144"/>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0" descr="Jira Logo transparent PNG - StickPNG">
            <a:extLst>
              <a:ext uri="{FF2B5EF4-FFF2-40B4-BE49-F238E27FC236}">
                <a16:creationId xmlns:a16="http://schemas.microsoft.com/office/drawing/2014/main" id="{41AB0DC5-4C81-4931-81F2-71D5E7F80D3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74129" y="4323086"/>
            <a:ext cx="1009635" cy="394257"/>
          </a:xfrm>
          <a:prstGeom prst="rect">
            <a:avLst/>
          </a:prstGeom>
          <a:noFill/>
          <a:extLst>
            <a:ext uri="{909E8E84-426E-40DD-AFC4-6F175D3DCCD1}">
              <a14:hiddenFill xmlns:a14="http://schemas.microsoft.com/office/drawing/2010/main">
                <a:solidFill>
                  <a:srgbClr val="FFFFFF"/>
                </a:solidFill>
              </a14:hiddenFill>
            </a:ext>
          </a:extLst>
        </p:spPr>
      </p:pic>
      <p:pic>
        <p:nvPicPr>
          <p:cNvPr id="2078" name="Picture 30" descr="Integrating Netsparker Enterprise with GitHub Actions | Netsparker">
            <a:extLst>
              <a:ext uri="{FF2B5EF4-FFF2-40B4-BE49-F238E27FC236}">
                <a16:creationId xmlns:a16="http://schemas.microsoft.com/office/drawing/2014/main" id="{5D07BB15-0154-4C43-8155-A7CFF617CBE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858365" y="4287585"/>
            <a:ext cx="909373" cy="46526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0035C94-BE1F-C2BA-81B9-DF81D4188EF6}"/>
              </a:ext>
            </a:extLst>
          </p:cNvPr>
          <p:cNvPicPr>
            <a:picLocks noChangeAspect="1"/>
          </p:cNvPicPr>
          <p:nvPr/>
        </p:nvPicPr>
        <p:blipFill>
          <a:blip r:embed="rId13"/>
          <a:stretch>
            <a:fillRect/>
          </a:stretch>
        </p:blipFill>
        <p:spPr>
          <a:xfrm>
            <a:off x="10160217" y="4815214"/>
            <a:ext cx="425472" cy="361969"/>
          </a:xfrm>
          <a:prstGeom prst="rect">
            <a:avLst/>
          </a:prstGeom>
        </p:spPr>
      </p:pic>
      <p:sp>
        <p:nvSpPr>
          <p:cNvPr id="5" name="TextBox 4">
            <a:extLst>
              <a:ext uri="{FF2B5EF4-FFF2-40B4-BE49-F238E27FC236}">
                <a16:creationId xmlns:a16="http://schemas.microsoft.com/office/drawing/2014/main" id="{4E6B40A3-7963-1CB0-05B8-6285385EC659}"/>
              </a:ext>
            </a:extLst>
          </p:cNvPr>
          <p:cNvSpPr txBox="1"/>
          <p:nvPr/>
        </p:nvSpPr>
        <p:spPr>
          <a:xfrm>
            <a:off x="10585689" y="4752845"/>
            <a:ext cx="1061590" cy="430887"/>
          </a:xfrm>
          <a:prstGeom prst="rect">
            <a:avLst/>
          </a:prstGeom>
          <a:noFill/>
        </p:spPr>
        <p:txBody>
          <a:bodyPr wrap="square" rtlCol="0">
            <a:spAutoFit/>
          </a:bodyPr>
          <a:lstStyle/>
          <a:p>
            <a:r>
              <a:rPr lang="en-GB" sz="1100" dirty="0">
                <a:solidFill>
                  <a:srgbClr val="742774"/>
                </a:solidFill>
              </a:rPr>
              <a:t>Microsoft 365 Health</a:t>
            </a:r>
          </a:p>
        </p:txBody>
      </p:sp>
      <p:pic>
        <p:nvPicPr>
          <p:cNvPr id="3074" name="Picture 2" descr="Playwright Logo Download in SVG Vector or PNG File Format">
            <a:extLst>
              <a:ext uri="{FF2B5EF4-FFF2-40B4-BE49-F238E27FC236}">
                <a16:creationId xmlns:a16="http://schemas.microsoft.com/office/drawing/2014/main" id="{DD86857E-DA32-F8D4-322C-2958A5905B5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810936" y="4895454"/>
            <a:ext cx="1526579" cy="30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1005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Environments</a:t>
            </a:r>
          </a:p>
        </p:txBody>
      </p:sp>
      <p:sp>
        <p:nvSpPr>
          <p:cNvPr id="10" name="DefBg"/>
          <p:cNvSpPr/>
          <p:nvPr/>
        </p:nvSpPr>
        <p:spPr>
          <a:xfrm>
            <a:off x="457200" y="914400"/>
            <a:ext cx="6858000" cy="718682"/>
          </a:xfrm>
          <a:prstGeom prst="rect">
            <a:avLst/>
          </a:prstGeom>
          <a:solidFill>
            <a:srgbClr val="EBF5FB"/>
          </a:solidFill>
          <a:ln w="19050">
            <a:solidFill>
              <a:srgbClr val="00CBBB"/>
            </a:solidFill>
          </a:ln>
        </p:spPr>
        <p:txBody>
          <a:bodyPr/>
          <a:lstStyle/>
          <a:p>
            <a:endParaRPr/>
          </a:p>
        </p:txBody>
      </p:sp>
      <p:sp>
        <p:nvSpPr>
          <p:cNvPr id="11" name="DefAccent"/>
          <p:cNvSpPr/>
          <p:nvPr/>
        </p:nvSpPr>
        <p:spPr>
          <a:xfrm>
            <a:off x="457200" y="914399"/>
            <a:ext cx="70600" cy="718681"/>
          </a:xfrm>
          <a:prstGeom prst="rect">
            <a:avLst/>
          </a:prstGeom>
          <a:solidFill>
            <a:srgbClr val="00CBBB"/>
          </a:solidFill>
          <a:ln>
            <a:noFill/>
          </a:ln>
        </p:spPr>
        <p:txBody>
          <a:bodyPr/>
          <a:lstStyle/>
          <a:p>
            <a:endParaRPr/>
          </a:p>
        </p:txBody>
      </p:sp>
      <p:sp>
        <p:nvSpPr>
          <p:cNvPr id="12" name="DefText_marker"/>
          <p:cNvSpPr txBox="1"/>
          <p:nvPr/>
        </p:nvSpPr>
        <p:spPr>
          <a:xfrm>
            <a:off x="571500" y="851501"/>
            <a:ext cx="6700000" cy="718682"/>
          </a:xfrm>
          <a:prstGeom prst="rect">
            <a:avLst/>
          </a:prstGeom>
          <a:noFill/>
        </p:spPr>
        <p:txBody>
          <a:bodyPr wrap="square" lIns="91440" tIns="91440" rIns="91440" bIns="91440"/>
          <a:lstStyle/>
          <a:p>
            <a:pPr>
              <a:lnSpc>
                <a:spcPct val="115000"/>
              </a:lnSpc>
            </a:pPr>
            <a:r>
              <a:rPr lang="en-GB" sz="1150" dirty="0">
                <a:solidFill>
                  <a:srgbClr val="333333"/>
                </a:solidFill>
                <a:latin typeface="Segoe UI"/>
              </a:rPr>
              <a:t>An </a:t>
            </a:r>
            <a:r>
              <a:rPr lang="en-GB" sz="1300" b="1" dirty="0">
                <a:solidFill>
                  <a:srgbClr val="0761AD"/>
                </a:solidFill>
                <a:latin typeface="Segoe UI"/>
              </a:rPr>
              <a:t>Environment</a:t>
            </a:r>
            <a:r>
              <a:rPr lang="en-GB" sz="1150" dirty="0">
                <a:solidFill>
                  <a:srgbClr val="333333"/>
                </a:solidFill>
                <a:latin typeface="Segoe UI"/>
              </a:rPr>
              <a:t> is a dedicated space in the Power Platform where you store, manage, and run apps, flows, agents and data. Each environment has its own Dataverse database, security boundary, and set of resources — completely isolated from other environments in your tenant.</a:t>
            </a:r>
          </a:p>
        </p:txBody>
      </p:sp>
      <p:sp>
        <p:nvSpPr>
          <p:cNvPr id="20" name="TypesPanelBg"/>
          <p:cNvSpPr/>
          <p:nvPr/>
        </p:nvSpPr>
        <p:spPr>
          <a:xfrm>
            <a:off x="7543800" y="914400"/>
            <a:ext cx="4191000" cy="5486400"/>
          </a:xfrm>
          <a:prstGeom prst="rect">
            <a:avLst/>
          </a:prstGeom>
          <a:solidFill>
            <a:srgbClr val="F2F7FF"/>
          </a:solidFill>
          <a:ln w="19050">
            <a:solidFill>
              <a:srgbClr val="0761AD"/>
            </a:solidFill>
          </a:ln>
        </p:spPr>
        <p:txBody>
          <a:bodyPr/>
          <a:lstStyle/>
          <a:p>
            <a:endParaRPr/>
          </a:p>
        </p:txBody>
      </p:sp>
      <p:sp>
        <p:nvSpPr>
          <p:cNvPr id="21" name="TypesHdr"/>
          <p:cNvSpPr/>
          <p:nvPr/>
        </p:nvSpPr>
        <p:spPr>
          <a:xfrm>
            <a:off x="7543800" y="914400"/>
            <a:ext cx="4191000" cy="419100"/>
          </a:xfrm>
          <a:prstGeom prst="rect">
            <a:avLst/>
          </a:prstGeom>
          <a:solidFill>
            <a:srgbClr val="0761AD"/>
          </a:solidFill>
          <a:ln>
            <a:noFill/>
          </a:ln>
        </p:spPr>
        <p:txBody>
          <a:bodyPr anchor="ctr"/>
          <a:lstStyle/>
          <a:p>
            <a:pPr algn="ctr"/>
            <a:r>
              <a:rPr lang="en-GB" sz="1200" b="1" dirty="0">
                <a:solidFill>
                  <a:srgbClr val="FFFFFF"/>
                </a:solidFill>
                <a:latin typeface="Segoe UI"/>
              </a:rPr>
              <a:t>Environment Types</a:t>
            </a:r>
          </a:p>
        </p:txBody>
      </p:sp>
      <p:sp>
        <p:nvSpPr>
          <p:cNvPr id="30" name="ProdCard"/>
          <p:cNvSpPr/>
          <p:nvPr/>
        </p:nvSpPr>
        <p:spPr>
          <a:xfrm>
            <a:off x="7543800" y="1333500"/>
            <a:ext cx="4191000" cy="1013460"/>
          </a:xfrm>
          <a:prstGeom prst="rect">
            <a:avLst/>
          </a:prstGeom>
          <a:solidFill>
            <a:srgbClr val="FFFFFF"/>
          </a:solidFill>
          <a:ln w="9525">
            <a:solidFill>
              <a:srgbClr val="D0E4F5"/>
            </a:solidFill>
          </a:ln>
        </p:spPr>
        <p:txBody>
          <a:bodyPr/>
          <a:lstStyle/>
          <a:p>
            <a:endParaRPr/>
          </a:p>
        </p:txBody>
      </p:sp>
      <p:sp>
        <p:nvSpPr>
          <p:cNvPr id="31" name="ProdAccent"/>
          <p:cNvSpPr/>
          <p:nvPr/>
        </p:nvSpPr>
        <p:spPr>
          <a:xfrm>
            <a:off x="7543800" y="1333500"/>
            <a:ext cx="38100" cy="1013460"/>
          </a:xfrm>
          <a:prstGeom prst="rect">
            <a:avLst/>
          </a:prstGeom>
          <a:solidFill>
            <a:srgbClr val="0761AD"/>
          </a:solidFill>
          <a:ln>
            <a:noFill/>
          </a:ln>
        </p:spPr>
        <p:txBody>
          <a:bodyPr/>
          <a:lstStyle/>
          <a:p>
            <a:endParaRPr/>
          </a:p>
        </p:txBody>
      </p:sp>
      <p:sp>
        <p:nvSpPr>
          <p:cNvPr id="32" name="ProdText"/>
          <p:cNvSpPr txBox="1"/>
          <p:nvPr/>
        </p:nvSpPr>
        <p:spPr>
          <a:xfrm>
            <a:off x="7619100" y="1333500"/>
            <a:ext cx="4076700" cy="1013460"/>
          </a:xfrm>
          <a:prstGeom prst="rect">
            <a:avLst/>
          </a:prstGeom>
          <a:noFill/>
        </p:spPr>
        <p:txBody>
          <a:bodyPr lIns="91440" tIns="91440" rIns="91440" bIns="45720"/>
          <a:lstStyle/>
          <a:p>
            <a:r>
              <a:rPr lang="en-GB" sz="1100" b="1" dirty="0">
                <a:solidFill>
                  <a:srgbClr val="0761AD"/>
                </a:solidFill>
                <a:latin typeface="Segoe UI"/>
              </a:rPr>
              <a:t>Production</a:t>
            </a:r>
          </a:p>
          <a:p>
            <a:pPr>
              <a:lnSpc>
                <a:spcPct val="110000"/>
              </a:lnSpc>
            </a:pPr>
            <a:r>
              <a:rPr lang="en-GB" sz="900" dirty="0">
                <a:solidFill>
                  <a:srgbClr val="555555"/>
                </a:solidFill>
                <a:latin typeface="Segoe UI"/>
              </a:rPr>
              <a:t>Live environment for end users. Full Dataverse capacity. Requires a paid licence. Intended for business-critical applications only.</a:t>
            </a:r>
          </a:p>
        </p:txBody>
      </p:sp>
      <p:sp>
        <p:nvSpPr>
          <p:cNvPr id="40" name="SboxCard"/>
          <p:cNvSpPr/>
          <p:nvPr/>
        </p:nvSpPr>
        <p:spPr>
          <a:xfrm>
            <a:off x="7543800" y="2346960"/>
            <a:ext cx="4191000" cy="1013460"/>
          </a:xfrm>
          <a:prstGeom prst="rect">
            <a:avLst/>
          </a:prstGeom>
          <a:solidFill>
            <a:srgbClr val="F2F7FF"/>
          </a:solidFill>
          <a:ln w="9525">
            <a:solidFill>
              <a:srgbClr val="D0E4F5"/>
            </a:solidFill>
          </a:ln>
        </p:spPr>
        <p:txBody>
          <a:bodyPr/>
          <a:lstStyle/>
          <a:p>
            <a:endParaRPr/>
          </a:p>
        </p:txBody>
      </p:sp>
      <p:sp>
        <p:nvSpPr>
          <p:cNvPr id="41" name="SboxAccent"/>
          <p:cNvSpPr/>
          <p:nvPr/>
        </p:nvSpPr>
        <p:spPr>
          <a:xfrm>
            <a:off x="7543800" y="2346960"/>
            <a:ext cx="38100" cy="1013460"/>
          </a:xfrm>
          <a:prstGeom prst="rect">
            <a:avLst/>
          </a:prstGeom>
          <a:solidFill>
            <a:srgbClr val="1A87CD"/>
          </a:solidFill>
          <a:ln>
            <a:noFill/>
          </a:ln>
        </p:spPr>
        <p:txBody>
          <a:bodyPr/>
          <a:lstStyle/>
          <a:p>
            <a:endParaRPr/>
          </a:p>
        </p:txBody>
      </p:sp>
      <p:sp>
        <p:nvSpPr>
          <p:cNvPr id="42" name="SboxText"/>
          <p:cNvSpPr txBox="1"/>
          <p:nvPr/>
        </p:nvSpPr>
        <p:spPr>
          <a:xfrm>
            <a:off x="7619100" y="2346960"/>
            <a:ext cx="4076700" cy="1013460"/>
          </a:xfrm>
          <a:prstGeom prst="rect">
            <a:avLst/>
          </a:prstGeom>
          <a:noFill/>
        </p:spPr>
        <p:txBody>
          <a:bodyPr lIns="91440" tIns="91440" rIns="91440" bIns="45720"/>
          <a:lstStyle/>
          <a:p>
            <a:r>
              <a:rPr lang="en-GB" sz="1100" b="1" dirty="0">
                <a:solidFill>
                  <a:srgbClr val="0761AD"/>
                </a:solidFill>
                <a:latin typeface="Segoe UI"/>
              </a:rPr>
              <a:t>Sandbox</a:t>
            </a:r>
          </a:p>
          <a:p>
            <a:pPr>
              <a:lnSpc>
                <a:spcPct val="110000"/>
              </a:lnSpc>
            </a:pPr>
            <a:r>
              <a:rPr lang="en-GB" sz="900" dirty="0">
                <a:solidFill>
                  <a:srgbClr val="555555"/>
                </a:solidFill>
                <a:latin typeface="Segoe UI"/>
              </a:rPr>
              <a:t>Non-production environment used for testing, QA, and UAT. Can be reset and copied. Ideal for Test and UAT stages in the ALM pipeline.</a:t>
            </a:r>
          </a:p>
        </p:txBody>
      </p:sp>
      <p:sp>
        <p:nvSpPr>
          <p:cNvPr id="50" name="DevCard"/>
          <p:cNvSpPr/>
          <p:nvPr/>
        </p:nvSpPr>
        <p:spPr>
          <a:xfrm>
            <a:off x="7543800" y="3360420"/>
            <a:ext cx="4191000" cy="1013460"/>
          </a:xfrm>
          <a:prstGeom prst="rect">
            <a:avLst/>
          </a:prstGeom>
          <a:solidFill>
            <a:srgbClr val="FFFFFF"/>
          </a:solidFill>
          <a:ln w="9525">
            <a:solidFill>
              <a:srgbClr val="D0E4F5"/>
            </a:solidFill>
          </a:ln>
        </p:spPr>
        <p:txBody>
          <a:bodyPr/>
          <a:lstStyle/>
          <a:p>
            <a:endParaRPr/>
          </a:p>
        </p:txBody>
      </p:sp>
      <p:sp>
        <p:nvSpPr>
          <p:cNvPr id="51" name="DevAccent"/>
          <p:cNvSpPr/>
          <p:nvPr/>
        </p:nvSpPr>
        <p:spPr>
          <a:xfrm>
            <a:off x="7543800" y="3360420"/>
            <a:ext cx="38100" cy="1013460"/>
          </a:xfrm>
          <a:prstGeom prst="rect">
            <a:avLst/>
          </a:prstGeom>
          <a:solidFill>
            <a:srgbClr val="00CBBB"/>
          </a:solidFill>
          <a:ln>
            <a:noFill/>
          </a:ln>
        </p:spPr>
        <p:txBody>
          <a:bodyPr/>
          <a:lstStyle/>
          <a:p>
            <a:endParaRPr/>
          </a:p>
        </p:txBody>
      </p:sp>
      <p:sp>
        <p:nvSpPr>
          <p:cNvPr id="52" name="DevText"/>
          <p:cNvSpPr txBox="1"/>
          <p:nvPr/>
        </p:nvSpPr>
        <p:spPr>
          <a:xfrm>
            <a:off x="7619100" y="3360420"/>
            <a:ext cx="4076700" cy="1013460"/>
          </a:xfrm>
          <a:prstGeom prst="rect">
            <a:avLst/>
          </a:prstGeom>
          <a:noFill/>
        </p:spPr>
        <p:txBody>
          <a:bodyPr lIns="91440" tIns="91440" rIns="91440" bIns="45720"/>
          <a:lstStyle/>
          <a:p>
            <a:r>
              <a:rPr lang="en-GB" sz="1100" b="1" dirty="0">
                <a:solidFill>
                  <a:srgbClr val="00CBBB"/>
                </a:solidFill>
                <a:latin typeface="Segoe UI"/>
              </a:rPr>
              <a:t>Developer</a:t>
            </a:r>
          </a:p>
          <a:p>
            <a:pPr>
              <a:lnSpc>
                <a:spcPct val="110000"/>
              </a:lnSpc>
            </a:pPr>
            <a:r>
              <a:rPr lang="en-GB" sz="900" dirty="0">
                <a:solidFill>
                  <a:srgbClr val="555555"/>
                </a:solidFill>
                <a:latin typeface="Segoe UI"/>
              </a:rPr>
              <a:t>Free personal environment for a single developer. Full Dataverse and premium connectors. Used as the DEV environment in this bootcamp.</a:t>
            </a:r>
          </a:p>
        </p:txBody>
      </p:sp>
      <p:sp>
        <p:nvSpPr>
          <p:cNvPr id="60" name="TrialCard"/>
          <p:cNvSpPr/>
          <p:nvPr/>
        </p:nvSpPr>
        <p:spPr>
          <a:xfrm>
            <a:off x="7543800" y="4373880"/>
            <a:ext cx="4191000" cy="1013460"/>
          </a:xfrm>
          <a:prstGeom prst="rect">
            <a:avLst/>
          </a:prstGeom>
          <a:solidFill>
            <a:srgbClr val="F2F7FF"/>
          </a:solidFill>
          <a:ln w="9525">
            <a:solidFill>
              <a:srgbClr val="D0E4F5"/>
            </a:solidFill>
          </a:ln>
        </p:spPr>
        <p:txBody>
          <a:bodyPr/>
          <a:lstStyle/>
          <a:p>
            <a:endParaRPr/>
          </a:p>
        </p:txBody>
      </p:sp>
      <p:sp>
        <p:nvSpPr>
          <p:cNvPr id="61" name="TrialAccent"/>
          <p:cNvSpPr/>
          <p:nvPr/>
        </p:nvSpPr>
        <p:spPr>
          <a:xfrm>
            <a:off x="7543800" y="4373880"/>
            <a:ext cx="38100" cy="1013460"/>
          </a:xfrm>
          <a:prstGeom prst="rect">
            <a:avLst/>
          </a:prstGeom>
          <a:solidFill>
            <a:srgbClr val="1A87CD"/>
          </a:solidFill>
          <a:ln>
            <a:noFill/>
          </a:ln>
        </p:spPr>
        <p:txBody>
          <a:bodyPr/>
          <a:lstStyle/>
          <a:p>
            <a:endParaRPr/>
          </a:p>
        </p:txBody>
      </p:sp>
      <p:sp>
        <p:nvSpPr>
          <p:cNvPr id="62" name="TrialText"/>
          <p:cNvSpPr txBox="1"/>
          <p:nvPr/>
        </p:nvSpPr>
        <p:spPr>
          <a:xfrm>
            <a:off x="7619100" y="4373880"/>
            <a:ext cx="4076700" cy="1013460"/>
          </a:xfrm>
          <a:prstGeom prst="rect">
            <a:avLst/>
          </a:prstGeom>
          <a:noFill/>
        </p:spPr>
        <p:txBody>
          <a:bodyPr lIns="91440" tIns="91440" rIns="91440" bIns="45720"/>
          <a:lstStyle/>
          <a:p>
            <a:r>
              <a:rPr lang="en-GB" sz="1100" b="1" dirty="0">
                <a:solidFill>
                  <a:srgbClr val="0761AD"/>
                </a:solidFill>
                <a:latin typeface="Segoe UI"/>
              </a:rPr>
              <a:t>Trial</a:t>
            </a:r>
          </a:p>
          <a:p>
            <a:pPr>
              <a:lnSpc>
                <a:spcPct val="110000"/>
              </a:lnSpc>
            </a:pPr>
            <a:r>
              <a:rPr lang="en-GB" sz="900" dirty="0">
                <a:solidFill>
                  <a:srgbClr val="555555"/>
                </a:solidFill>
                <a:latin typeface="Segoe UI"/>
              </a:rPr>
              <a:t>30-day temporary environment for evaluating Power Platform. Automatically expires. Not suitable for ALM pipelines.</a:t>
            </a:r>
          </a:p>
        </p:txBody>
      </p:sp>
      <p:sp>
        <p:nvSpPr>
          <p:cNvPr id="70" name="DefaultCard"/>
          <p:cNvSpPr/>
          <p:nvPr/>
        </p:nvSpPr>
        <p:spPr>
          <a:xfrm>
            <a:off x="7543800" y="5387340"/>
            <a:ext cx="4191000" cy="1013460"/>
          </a:xfrm>
          <a:prstGeom prst="rect">
            <a:avLst/>
          </a:prstGeom>
          <a:solidFill>
            <a:srgbClr val="FFFFFF"/>
          </a:solidFill>
          <a:ln w="9525">
            <a:solidFill>
              <a:srgbClr val="D0E4F5"/>
            </a:solidFill>
          </a:ln>
        </p:spPr>
        <p:txBody>
          <a:bodyPr/>
          <a:lstStyle/>
          <a:p>
            <a:endParaRPr/>
          </a:p>
        </p:txBody>
      </p:sp>
      <p:sp>
        <p:nvSpPr>
          <p:cNvPr id="71" name="DefaultAccent"/>
          <p:cNvSpPr/>
          <p:nvPr/>
        </p:nvSpPr>
        <p:spPr>
          <a:xfrm>
            <a:off x="7543800" y="5387340"/>
            <a:ext cx="38100" cy="1013460"/>
          </a:xfrm>
          <a:prstGeom prst="rect">
            <a:avLst/>
          </a:prstGeom>
          <a:solidFill>
            <a:srgbClr val="AAAAAA"/>
          </a:solidFill>
          <a:ln>
            <a:noFill/>
          </a:ln>
        </p:spPr>
        <p:txBody>
          <a:bodyPr/>
          <a:lstStyle/>
          <a:p>
            <a:endParaRPr/>
          </a:p>
        </p:txBody>
      </p:sp>
      <p:sp>
        <p:nvSpPr>
          <p:cNvPr id="72" name="DefaultText"/>
          <p:cNvSpPr txBox="1"/>
          <p:nvPr/>
        </p:nvSpPr>
        <p:spPr>
          <a:xfrm>
            <a:off x="7619100" y="5387340"/>
            <a:ext cx="4076700" cy="1013460"/>
          </a:xfrm>
          <a:prstGeom prst="rect">
            <a:avLst/>
          </a:prstGeom>
          <a:noFill/>
        </p:spPr>
        <p:txBody>
          <a:bodyPr lIns="91440" tIns="91440" rIns="91440" bIns="45720"/>
          <a:lstStyle/>
          <a:p>
            <a:r>
              <a:rPr lang="en-GB" sz="1100" b="1" dirty="0">
                <a:solidFill>
                  <a:srgbClr val="888888"/>
                </a:solidFill>
                <a:latin typeface="Segoe UI"/>
              </a:rPr>
              <a:t>Default</a:t>
            </a:r>
          </a:p>
          <a:p>
            <a:pPr>
              <a:lnSpc>
                <a:spcPct val="110000"/>
              </a:lnSpc>
            </a:pPr>
            <a:r>
              <a:rPr lang="en-GB" sz="900" dirty="0">
                <a:solidFill>
                  <a:srgbClr val="555555"/>
                </a:solidFill>
                <a:latin typeface="Segoe UI"/>
              </a:rPr>
              <a:t>Shared tenant environment created automatically. Cannot be deleted. Avoid using in ALM pipelines — no isolation or control.</a:t>
            </a:r>
          </a:p>
        </p:txBody>
      </p:sp>
      <p:sp>
        <p:nvSpPr>
          <p:cNvPr id="80" name="ALMHdr"/>
          <p:cNvSpPr/>
          <p:nvPr/>
        </p:nvSpPr>
        <p:spPr>
          <a:xfrm>
            <a:off x="457200" y="1690082"/>
            <a:ext cx="6858000" cy="342900"/>
          </a:xfrm>
          <a:prstGeom prst="rect">
            <a:avLst/>
          </a:prstGeom>
          <a:solidFill>
            <a:srgbClr val="0761AD"/>
          </a:solidFill>
          <a:ln>
            <a:noFill/>
          </a:ln>
        </p:spPr>
        <p:txBody>
          <a:bodyPr lIns="182880" anchor="ctr"/>
          <a:lstStyle/>
          <a:p>
            <a:r>
              <a:rPr lang="en-GB" sz="1100" b="1" dirty="0">
                <a:solidFill>
                  <a:srgbClr val="FFFFFF"/>
                </a:solidFill>
                <a:latin typeface="Segoe UI"/>
              </a:rPr>
              <a:t>How Environments Fit Into the ALM Pipeline</a:t>
            </a:r>
          </a:p>
        </p:txBody>
      </p:sp>
      <p:sp>
        <p:nvSpPr>
          <p:cNvPr id="81" name="PipelineBg"/>
          <p:cNvSpPr/>
          <p:nvPr/>
        </p:nvSpPr>
        <p:spPr>
          <a:xfrm>
            <a:off x="457200" y="2089982"/>
            <a:ext cx="6858000" cy="4267800"/>
          </a:xfrm>
          <a:prstGeom prst="rect">
            <a:avLst/>
          </a:prstGeom>
          <a:solidFill>
            <a:srgbClr val="F2F7FF"/>
          </a:solidFill>
          <a:ln w="9525">
            <a:solidFill>
              <a:srgbClr val="D0E4F5"/>
            </a:solidFill>
          </a:ln>
        </p:spPr>
        <p:txBody>
          <a:bodyPr/>
          <a:lstStyle/>
          <a:p>
            <a:endParaRPr/>
          </a:p>
        </p:txBody>
      </p:sp>
      <p:sp>
        <p:nvSpPr>
          <p:cNvPr id="90" name="DevStage"/>
          <p:cNvSpPr/>
          <p:nvPr/>
        </p:nvSpPr>
        <p:spPr>
          <a:xfrm>
            <a:off x="571500" y="2089982"/>
            <a:ext cx="6629400" cy="870000"/>
          </a:xfrm>
          <a:prstGeom prst="rect">
            <a:avLst/>
          </a:prstGeom>
          <a:solidFill>
            <a:srgbClr val="E8F8F7"/>
          </a:solidFill>
          <a:ln w="19050">
            <a:solidFill>
              <a:srgbClr val="00CBBB"/>
            </a:solidFill>
          </a:ln>
        </p:spPr>
        <p:txBody>
          <a:bodyPr/>
          <a:lstStyle/>
          <a:p>
            <a:endParaRPr/>
          </a:p>
        </p:txBody>
      </p:sp>
      <p:sp>
        <p:nvSpPr>
          <p:cNvPr id="91" name="DevBadge"/>
          <p:cNvSpPr/>
          <p:nvPr/>
        </p:nvSpPr>
        <p:spPr>
          <a:xfrm>
            <a:off x="571499" y="2089982"/>
            <a:ext cx="720441" cy="870000"/>
          </a:xfrm>
          <a:prstGeom prst="rect">
            <a:avLst/>
          </a:prstGeom>
          <a:solidFill>
            <a:srgbClr val="00CBBB"/>
          </a:solidFill>
          <a:ln>
            <a:noFill/>
          </a:ln>
        </p:spPr>
        <p:txBody>
          <a:bodyPr anchor="ctr"/>
          <a:lstStyle/>
          <a:p>
            <a:pPr algn="ctr"/>
            <a:r>
              <a:rPr lang="en-GB" sz="1400" b="1" dirty="0">
                <a:solidFill>
                  <a:srgbClr val="FFFFFF"/>
                </a:solidFill>
                <a:latin typeface="Segoe UI Black"/>
              </a:rPr>
              <a:t>DEV</a:t>
            </a:r>
          </a:p>
        </p:txBody>
      </p:sp>
      <p:sp>
        <p:nvSpPr>
          <p:cNvPr id="92" name="DevStageText"/>
          <p:cNvSpPr txBox="1"/>
          <p:nvPr/>
        </p:nvSpPr>
        <p:spPr>
          <a:xfrm>
            <a:off x="1219200" y="2089982"/>
            <a:ext cx="5981700" cy="870000"/>
          </a:xfrm>
          <a:prstGeom prst="rect">
            <a:avLst/>
          </a:prstGeom>
          <a:noFill/>
        </p:spPr>
        <p:txBody>
          <a:bodyPr lIns="182880" tIns="91440" rIns="182880" bIns="91440"/>
          <a:lstStyle/>
          <a:p>
            <a:r>
              <a:rPr lang="en-GB" sz="1100" b="1" dirty="0">
                <a:solidFill>
                  <a:srgbClr val="00CBBB"/>
                </a:solidFill>
                <a:latin typeface="Segoe UI"/>
              </a:rPr>
              <a:t>Development Environment</a:t>
            </a:r>
            <a:r>
              <a:rPr lang="en-GB" sz="1000" dirty="0">
                <a:solidFill>
                  <a:srgbClr val="888888"/>
                </a:solidFill>
                <a:latin typeface="Segoe UI"/>
              </a:rPr>
              <a:t>  —  Developer type</a:t>
            </a:r>
          </a:p>
          <a:p>
            <a:pPr>
              <a:lnSpc>
                <a:spcPct val="110000"/>
              </a:lnSpc>
            </a:pPr>
            <a:r>
              <a:rPr lang="en-GB" sz="950" dirty="0">
                <a:solidFill>
                  <a:srgbClr val="444444"/>
                </a:solidFill>
                <a:latin typeface="Segoe UI"/>
              </a:rPr>
              <a:t>Where makers build. Unmanaged solutions live here. Changes are exported by the pipeline and committed to source control. One per developer.</a:t>
            </a:r>
          </a:p>
        </p:txBody>
      </p:sp>
      <p:sp>
        <p:nvSpPr>
          <p:cNvPr id="93" name="Arr1"/>
          <p:cNvSpPr/>
          <p:nvPr/>
        </p:nvSpPr>
        <p:spPr>
          <a:xfrm>
            <a:off x="3657600" y="2959982"/>
            <a:ext cx="0" cy="228600"/>
          </a:xfrm>
          <a:prstGeom prst="line">
            <a:avLst/>
          </a:prstGeom>
          <a:noFill/>
          <a:ln w="28575">
            <a:solidFill>
              <a:srgbClr val="00CBBB"/>
            </a:solidFill>
            <a:tailEnd type="arrow" w="med" len="med"/>
          </a:ln>
        </p:spPr>
        <p:txBody>
          <a:bodyPr/>
          <a:lstStyle/>
          <a:p>
            <a:endParaRPr/>
          </a:p>
        </p:txBody>
      </p:sp>
      <p:sp>
        <p:nvSpPr>
          <p:cNvPr id="100" name="TestStage"/>
          <p:cNvSpPr/>
          <p:nvPr/>
        </p:nvSpPr>
        <p:spPr>
          <a:xfrm>
            <a:off x="571500" y="3188582"/>
            <a:ext cx="6629400" cy="870000"/>
          </a:xfrm>
          <a:prstGeom prst="rect">
            <a:avLst/>
          </a:prstGeom>
          <a:solidFill>
            <a:srgbClr val="EBF2FA"/>
          </a:solidFill>
          <a:ln w="19050">
            <a:solidFill>
              <a:srgbClr val="1A87CD"/>
            </a:solidFill>
          </a:ln>
        </p:spPr>
        <p:txBody>
          <a:bodyPr/>
          <a:lstStyle/>
          <a:p>
            <a:endParaRPr/>
          </a:p>
        </p:txBody>
      </p:sp>
      <p:sp>
        <p:nvSpPr>
          <p:cNvPr id="101" name="TestBadge"/>
          <p:cNvSpPr/>
          <p:nvPr/>
        </p:nvSpPr>
        <p:spPr>
          <a:xfrm>
            <a:off x="571500" y="3188582"/>
            <a:ext cx="720444" cy="870000"/>
          </a:xfrm>
          <a:prstGeom prst="rect">
            <a:avLst/>
          </a:prstGeom>
          <a:solidFill>
            <a:srgbClr val="1A87CD"/>
          </a:solidFill>
          <a:ln>
            <a:noFill/>
          </a:ln>
        </p:spPr>
        <p:txBody>
          <a:bodyPr anchor="ctr"/>
          <a:lstStyle/>
          <a:p>
            <a:pPr algn="ctr"/>
            <a:r>
              <a:rPr lang="en-GB" sz="1400" b="1" dirty="0">
                <a:solidFill>
                  <a:srgbClr val="FFFFFF"/>
                </a:solidFill>
                <a:latin typeface="Segoe UI Black"/>
              </a:rPr>
              <a:t>TEST</a:t>
            </a:r>
          </a:p>
        </p:txBody>
      </p:sp>
      <p:sp>
        <p:nvSpPr>
          <p:cNvPr id="102" name="TestStageText"/>
          <p:cNvSpPr txBox="1"/>
          <p:nvPr/>
        </p:nvSpPr>
        <p:spPr>
          <a:xfrm>
            <a:off x="1219200" y="3188582"/>
            <a:ext cx="5981700" cy="870000"/>
          </a:xfrm>
          <a:prstGeom prst="rect">
            <a:avLst/>
          </a:prstGeom>
          <a:noFill/>
        </p:spPr>
        <p:txBody>
          <a:bodyPr lIns="182880" tIns="91440" rIns="182880" bIns="91440"/>
          <a:lstStyle/>
          <a:p>
            <a:r>
              <a:rPr lang="en-GB" sz="1100" b="1" dirty="0">
                <a:solidFill>
                  <a:srgbClr val="1A87CD"/>
                </a:solidFill>
                <a:latin typeface="Segoe UI"/>
              </a:rPr>
              <a:t>Test Environment</a:t>
            </a:r>
            <a:r>
              <a:rPr lang="en-GB" sz="1000" dirty="0">
                <a:solidFill>
                  <a:srgbClr val="888888"/>
                </a:solidFill>
                <a:latin typeface="Segoe UI"/>
              </a:rPr>
              <a:t>  —  Sandbox type</a:t>
            </a:r>
          </a:p>
          <a:p>
            <a:pPr>
              <a:lnSpc>
                <a:spcPct val="110000"/>
              </a:lnSpc>
            </a:pPr>
            <a:r>
              <a:rPr lang="en-GB" sz="950" dirty="0">
                <a:solidFill>
                  <a:srgbClr val="444444"/>
                </a:solidFill>
                <a:latin typeface="Segoe UI"/>
              </a:rPr>
              <a:t>Receives managed solution deployments from the pipeline. Used for automated testing and quality checks. No direct customisation.</a:t>
            </a:r>
          </a:p>
        </p:txBody>
      </p:sp>
      <p:sp>
        <p:nvSpPr>
          <p:cNvPr id="103" name="Arr2"/>
          <p:cNvSpPr/>
          <p:nvPr/>
        </p:nvSpPr>
        <p:spPr>
          <a:xfrm>
            <a:off x="3657600" y="4058582"/>
            <a:ext cx="0" cy="228600"/>
          </a:xfrm>
          <a:prstGeom prst="line">
            <a:avLst/>
          </a:prstGeom>
          <a:noFill/>
          <a:ln w="28575">
            <a:solidFill>
              <a:srgbClr val="1A87CD"/>
            </a:solidFill>
            <a:tailEnd type="arrow" w="med" len="med"/>
          </a:ln>
        </p:spPr>
        <p:txBody>
          <a:bodyPr/>
          <a:lstStyle/>
          <a:p>
            <a:endParaRPr/>
          </a:p>
        </p:txBody>
      </p:sp>
      <p:sp>
        <p:nvSpPr>
          <p:cNvPr id="110" name="UATStage"/>
          <p:cNvSpPr/>
          <p:nvPr/>
        </p:nvSpPr>
        <p:spPr>
          <a:xfrm>
            <a:off x="571500" y="4287182"/>
            <a:ext cx="6629400" cy="870000"/>
          </a:xfrm>
          <a:prstGeom prst="rect">
            <a:avLst/>
          </a:prstGeom>
          <a:solidFill>
            <a:srgbClr val="EBF0FA"/>
          </a:solidFill>
          <a:ln w="19050">
            <a:solidFill>
              <a:srgbClr val="0761AD"/>
            </a:solidFill>
          </a:ln>
        </p:spPr>
        <p:txBody>
          <a:bodyPr/>
          <a:lstStyle/>
          <a:p>
            <a:endParaRPr/>
          </a:p>
        </p:txBody>
      </p:sp>
      <p:sp>
        <p:nvSpPr>
          <p:cNvPr id="111" name="UATBadge"/>
          <p:cNvSpPr/>
          <p:nvPr/>
        </p:nvSpPr>
        <p:spPr>
          <a:xfrm>
            <a:off x="571499" y="4287182"/>
            <a:ext cx="720451" cy="870000"/>
          </a:xfrm>
          <a:prstGeom prst="rect">
            <a:avLst/>
          </a:prstGeom>
          <a:solidFill>
            <a:srgbClr val="0761AD"/>
          </a:solidFill>
          <a:ln>
            <a:noFill/>
          </a:ln>
        </p:spPr>
        <p:txBody>
          <a:bodyPr anchor="ctr"/>
          <a:lstStyle/>
          <a:p>
            <a:pPr algn="ctr"/>
            <a:r>
              <a:rPr lang="en-GB" sz="1400" b="1" dirty="0">
                <a:solidFill>
                  <a:srgbClr val="FFFFFF"/>
                </a:solidFill>
                <a:latin typeface="Segoe UI Black"/>
              </a:rPr>
              <a:t>UAT</a:t>
            </a:r>
          </a:p>
        </p:txBody>
      </p:sp>
      <p:sp>
        <p:nvSpPr>
          <p:cNvPr id="112" name="UATStageText"/>
          <p:cNvSpPr txBox="1"/>
          <p:nvPr/>
        </p:nvSpPr>
        <p:spPr>
          <a:xfrm>
            <a:off x="1219200" y="4287182"/>
            <a:ext cx="5981700" cy="870000"/>
          </a:xfrm>
          <a:prstGeom prst="rect">
            <a:avLst/>
          </a:prstGeom>
          <a:noFill/>
        </p:spPr>
        <p:txBody>
          <a:bodyPr lIns="182880" tIns="91440" rIns="182880" bIns="91440"/>
          <a:lstStyle/>
          <a:p>
            <a:r>
              <a:rPr lang="en-GB" sz="1100" b="1" dirty="0">
                <a:solidFill>
                  <a:srgbClr val="0761AD"/>
                </a:solidFill>
                <a:latin typeface="Segoe UI"/>
              </a:rPr>
              <a:t>UAT Environment</a:t>
            </a:r>
            <a:r>
              <a:rPr lang="en-GB" sz="1000" dirty="0">
                <a:solidFill>
                  <a:srgbClr val="888888"/>
                </a:solidFill>
                <a:latin typeface="Segoe UI"/>
              </a:rPr>
              <a:t>  —  Sandbox type</a:t>
            </a:r>
          </a:p>
          <a:p>
            <a:pPr>
              <a:lnSpc>
                <a:spcPct val="110000"/>
              </a:lnSpc>
            </a:pPr>
            <a:r>
              <a:rPr lang="en-GB" sz="950" dirty="0">
                <a:solidFill>
                  <a:srgbClr val="444444"/>
                </a:solidFill>
                <a:latin typeface="Segoe UI"/>
              </a:rPr>
              <a:t>Business sign-off environment. Stakeholders validate the solution before production release. Gated approval required to progress.</a:t>
            </a:r>
          </a:p>
        </p:txBody>
      </p:sp>
      <p:sp>
        <p:nvSpPr>
          <p:cNvPr id="113" name="Arr3"/>
          <p:cNvSpPr/>
          <p:nvPr/>
        </p:nvSpPr>
        <p:spPr>
          <a:xfrm>
            <a:off x="3657600" y="5157182"/>
            <a:ext cx="0" cy="228600"/>
          </a:xfrm>
          <a:prstGeom prst="line">
            <a:avLst/>
          </a:prstGeom>
          <a:noFill/>
          <a:ln w="28575">
            <a:solidFill>
              <a:srgbClr val="0761AD"/>
            </a:solidFill>
            <a:tailEnd type="arrow" w="med" len="med"/>
          </a:ln>
        </p:spPr>
        <p:txBody>
          <a:bodyPr/>
          <a:lstStyle/>
          <a:p>
            <a:endParaRPr/>
          </a:p>
        </p:txBody>
      </p:sp>
      <p:sp>
        <p:nvSpPr>
          <p:cNvPr id="120" name="ProdStage"/>
          <p:cNvSpPr/>
          <p:nvPr/>
        </p:nvSpPr>
        <p:spPr>
          <a:xfrm>
            <a:off x="571500" y="5385782"/>
            <a:ext cx="6629400" cy="870000"/>
          </a:xfrm>
          <a:prstGeom prst="rect">
            <a:avLst/>
          </a:prstGeom>
          <a:solidFill>
            <a:srgbClr val="EBF0FA"/>
          </a:solidFill>
          <a:ln w="25400">
            <a:solidFill>
              <a:srgbClr val="0F3460"/>
            </a:solidFill>
          </a:ln>
        </p:spPr>
        <p:txBody>
          <a:bodyPr/>
          <a:lstStyle/>
          <a:p>
            <a:endParaRPr/>
          </a:p>
        </p:txBody>
      </p:sp>
      <p:sp>
        <p:nvSpPr>
          <p:cNvPr id="121" name="ProdBadge"/>
          <p:cNvSpPr/>
          <p:nvPr/>
        </p:nvSpPr>
        <p:spPr>
          <a:xfrm>
            <a:off x="571499" y="5385782"/>
            <a:ext cx="720455" cy="870000"/>
          </a:xfrm>
          <a:prstGeom prst="rect">
            <a:avLst/>
          </a:prstGeom>
          <a:solidFill>
            <a:srgbClr val="0F3460"/>
          </a:solidFill>
          <a:ln>
            <a:noFill/>
          </a:ln>
        </p:spPr>
        <p:txBody>
          <a:bodyPr anchor="ctr"/>
          <a:lstStyle/>
          <a:p>
            <a:pPr algn="ctr"/>
            <a:r>
              <a:rPr lang="en-GB" sz="1300" b="1" dirty="0">
                <a:solidFill>
                  <a:srgbClr val="FFFFFF"/>
                </a:solidFill>
                <a:latin typeface="Segoe UI Black"/>
              </a:rPr>
              <a:t>PROD</a:t>
            </a:r>
          </a:p>
        </p:txBody>
      </p:sp>
      <p:sp>
        <p:nvSpPr>
          <p:cNvPr id="122" name="ProdStageText"/>
          <p:cNvSpPr txBox="1"/>
          <p:nvPr/>
        </p:nvSpPr>
        <p:spPr>
          <a:xfrm>
            <a:off x="1219200" y="5385782"/>
            <a:ext cx="5981700" cy="870000"/>
          </a:xfrm>
          <a:prstGeom prst="rect">
            <a:avLst/>
          </a:prstGeom>
          <a:noFill/>
        </p:spPr>
        <p:txBody>
          <a:bodyPr lIns="182880" tIns="91440" rIns="182880" bIns="91440"/>
          <a:lstStyle/>
          <a:p>
            <a:r>
              <a:rPr lang="en-GB" sz="1100" b="1" dirty="0">
                <a:solidFill>
                  <a:srgbClr val="0F3460"/>
                </a:solidFill>
                <a:latin typeface="Segoe UI"/>
              </a:rPr>
              <a:t>Production Environment</a:t>
            </a:r>
            <a:r>
              <a:rPr lang="en-GB" sz="1000" dirty="0">
                <a:solidFill>
                  <a:srgbClr val="888888"/>
                </a:solidFill>
                <a:latin typeface="Segoe UI"/>
              </a:rPr>
              <a:t>  —  Production type</a:t>
            </a:r>
          </a:p>
          <a:p>
            <a:pPr>
              <a:lnSpc>
                <a:spcPct val="110000"/>
              </a:lnSpc>
            </a:pPr>
            <a:r>
              <a:rPr lang="en-GB" sz="950" dirty="0">
                <a:solidFill>
                  <a:srgbClr val="444444"/>
                </a:solidFill>
                <a:latin typeface="Segoe UI"/>
              </a:rPr>
              <a:t>Live environment for end users. Only receives managed solutions deployed by the approved pipeline. No direct edits permitted.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Solutions</a:t>
            </a:r>
          </a:p>
        </p:txBody>
      </p:sp>
      <p:sp>
        <p:nvSpPr>
          <p:cNvPr id="10" name="DefText"/>
          <p:cNvSpPr txBox="1"/>
          <p:nvPr/>
        </p:nvSpPr>
        <p:spPr>
          <a:xfrm>
            <a:off x="456400" y="944504"/>
            <a:ext cx="6400000" cy="685800"/>
          </a:xfrm>
          <a:prstGeom prst="rect">
            <a:avLst/>
          </a:prstGeom>
          <a:noFill/>
        </p:spPr>
        <p:txBody>
          <a:bodyPr wrap="square" lIns="91440" tIns="45720" rIns="91440" bIns="45720"/>
          <a:lstStyle/>
          <a:p>
            <a:pPr>
              <a:lnSpc>
                <a:spcPct val="115000"/>
              </a:lnSpc>
            </a:pPr>
            <a:r>
              <a:rPr lang="en-GB" sz="1400" dirty="0">
                <a:solidFill>
                  <a:srgbClr val="333333"/>
                </a:solidFill>
                <a:latin typeface="Segoe UI"/>
              </a:rPr>
              <a:t>A Solution is a container that groups Power Platform components — apps, agents, flows, tables, and more — so they can be managed, versioned, and moved between environments as a single unit.</a:t>
            </a:r>
          </a:p>
        </p:txBody>
      </p:sp>
      <p:sp>
        <p:nvSpPr>
          <p:cNvPr id="11" name="CalloutBg"/>
          <p:cNvSpPr/>
          <p:nvPr/>
        </p:nvSpPr>
        <p:spPr>
          <a:xfrm>
            <a:off x="456400" y="2870954"/>
            <a:ext cx="6400000" cy="571500"/>
          </a:xfrm>
          <a:prstGeom prst="rect">
            <a:avLst/>
          </a:prstGeom>
          <a:solidFill>
            <a:srgbClr val="EBF5FB"/>
          </a:solidFill>
          <a:ln w="19050">
            <a:solidFill>
              <a:srgbClr val="00CBBB"/>
            </a:solidFill>
          </a:ln>
        </p:spPr>
        <p:txBody>
          <a:bodyPr/>
          <a:lstStyle/>
          <a:p>
            <a:endParaRPr/>
          </a:p>
        </p:txBody>
      </p:sp>
      <p:sp>
        <p:nvSpPr>
          <p:cNvPr id="12" name="CalloutAccent"/>
          <p:cNvSpPr/>
          <p:nvPr/>
        </p:nvSpPr>
        <p:spPr>
          <a:xfrm>
            <a:off x="456400" y="2870954"/>
            <a:ext cx="57150" cy="571500"/>
          </a:xfrm>
          <a:prstGeom prst="rect">
            <a:avLst/>
          </a:prstGeom>
          <a:solidFill>
            <a:srgbClr val="00CBBB"/>
          </a:solidFill>
          <a:ln>
            <a:noFill/>
          </a:ln>
        </p:spPr>
        <p:txBody>
          <a:bodyPr/>
          <a:lstStyle/>
          <a:p>
            <a:endParaRPr/>
          </a:p>
        </p:txBody>
      </p:sp>
      <p:sp>
        <p:nvSpPr>
          <p:cNvPr id="13" name="CalloutText"/>
          <p:cNvSpPr txBox="1"/>
          <p:nvPr/>
        </p:nvSpPr>
        <p:spPr>
          <a:xfrm>
            <a:off x="559200" y="2870954"/>
            <a:ext cx="6200000" cy="571500"/>
          </a:xfrm>
          <a:prstGeom prst="rect">
            <a:avLst/>
          </a:prstGeom>
          <a:noFill/>
        </p:spPr>
        <p:txBody>
          <a:bodyPr wrap="square" lIns="91440" tIns="91440" rIns="91440" bIns="91440"/>
          <a:lstStyle/>
          <a:p>
            <a:r>
              <a:rPr lang="en-GB" sz="1200" i="1" dirty="0">
                <a:solidFill>
                  <a:srgbClr val="555555"/>
                </a:solidFill>
                <a:latin typeface="Segoe UI"/>
              </a:rPr>
              <a:t>Think of it as a </a:t>
            </a:r>
            <a:r>
              <a:rPr lang="en-GB" sz="1200" b="1" i="1" dirty="0">
                <a:solidFill>
                  <a:srgbClr val="0761AD"/>
                </a:solidFill>
                <a:latin typeface="Segoe UI"/>
              </a:rPr>
              <a:t>shipping container</a:t>
            </a:r>
            <a:r>
              <a:rPr lang="en-GB" sz="1200" i="1" dirty="0">
                <a:solidFill>
                  <a:srgbClr val="555555"/>
                </a:solidFill>
                <a:latin typeface="Segoe UI"/>
              </a:rPr>
              <a:t> for your Power Platform work — pack it up, move it, unpack it anywhere.</a:t>
            </a:r>
          </a:p>
        </p:txBody>
      </p:sp>
      <p:sp>
        <p:nvSpPr>
          <p:cNvPr id="20" name="UnmanagedPill"/>
          <p:cNvSpPr/>
          <p:nvPr/>
        </p:nvSpPr>
        <p:spPr>
          <a:xfrm>
            <a:off x="456400" y="3809775"/>
            <a:ext cx="3000000" cy="400050"/>
          </a:xfrm>
          <a:prstGeom prst="rect">
            <a:avLst/>
          </a:prstGeom>
          <a:solidFill>
            <a:srgbClr val="E8F8F7"/>
          </a:solidFill>
          <a:ln w="19050">
            <a:solidFill>
              <a:srgbClr val="00CBBB"/>
            </a:solidFill>
          </a:ln>
        </p:spPr>
        <p:txBody>
          <a:bodyPr anchor="ctr"/>
          <a:lstStyle/>
          <a:p>
            <a:pPr algn="ctr"/>
            <a:r>
              <a:rPr lang="en-GB" sz="1100" b="1" dirty="0">
                <a:solidFill>
                  <a:srgbClr val="00CBBB"/>
                </a:solidFill>
                <a:latin typeface="Segoe UI"/>
              </a:rPr>
              <a:t>Unmanaged</a:t>
            </a:r>
            <a:r>
              <a:rPr lang="en-GB" sz="1100" dirty="0">
                <a:solidFill>
                  <a:srgbClr val="555555"/>
                </a:solidFill>
                <a:latin typeface="Segoe UI"/>
              </a:rPr>
              <a:t>  ·  DEV only  ·  editable</a:t>
            </a:r>
          </a:p>
        </p:txBody>
      </p:sp>
      <p:sp>
        <p:nvSpPr>
          <p:cNvPr id="21" name="ManagedPill"/>
          <p:cNvSpPr/>
          <p:nvPr/>
        </p:nvSpPr>
        <p:spPr>
          <a:xfrm>
            <a:off x="3656800" y="3809775"/>
            <a:ext cx="3200000" cy="400050"/>
          </a:xfrm>
          <a:prstGeom prst="rect">
            <a:avLst/>
          </a:prstGeom>
          <a:solidFill>
            <a:srgbClr val="EBF2FA"/>
          </a:solidFill>
          <a:ln w="19050">
            <a:solidFill>
              <a:srgbClr val="0761AD"/>
            </a:solidFill>
          </a:ln>
        </p:spPr>
        <p:txBody>
          <a:bodyPr anchor="ctr"/>
          <a:lstStyle/>
          <a:p>
            <a:pPr algn="ctr"/>
            <a:r>
              <a:rPr lang="en-GB" sz="1100" b="1" dirty="0">
                <a:solidFill>
                  <a:srgbClr val="0761AD"/>
                </a:solidFill>
                <a:latin typeface="Segoe UI"/>
              </a:rPr>
              <a:t>Managed</a:t>
            </a:r>
            <a:r>
              <a:rPr lang="en-GB" sz="1100" dirty="0">
                <a:solidFill>
                  <a:srgbClr val="555555"/>
                </a:solidFill>
                <a:latin typeface="Segoe UI"/>
              </a:rPr>
              <a:t>  ·  TEST / PROD  ·  locked</a:t>
            </a:r>
          </a:p>
        </p:txBody>
      </p:sp>
      <p:sp>
        <p:nvSpPr>
          <p:cNvPr id="30" name="FlowLabel"/>
          <p:cNvSpPr txBox="1"/>
          <p:nvPr/>
        </p:nvSpPr>
        <p:spPr>
          <a:xfrm>
            <a:off x="456400" y="4812695"/>
            <a:ext cx="6400000" cy="228600"/>
          </a:xfrm>
          <a:prstGeom prst="rect">
            <a:avLst/>
          </a:prstGeom>
          <a:noFill/>
        </p:spPr>
        <p:txBody>
          <a:bodyPr/>
          <a:lstStyle/>
          <a:p>
            <a:r>
              <a:rPr lang="en-GB" sz="1200" dirty="0">
                <a:solidFill>
                  <a:srgbClr val="888888"/>
                </a:solidFill>
                <a:latin typeface="Segoe UI"/>
              </a:rPr>
              <a:t>Solution flows through environments via the pipeline:</a:t>
            </a:r>
          </a:p>
        </p:txBody>
      </p:sp>
      <p:sp>
        <p:nvSpPr>
          <p:cNvPr id="31" name="DevBox"/>
          <p:cNvSpPr/>
          <p:nvPr/>
        </p:nvSpPr>
        <p:spPr>
          <a:xfrm>
            <a:off x="456400" y="5098695"/>
            <a:ext cx="1600000" cy="457200"/>
          </a:xfrm>
          <a:prstGeom prst="rect">
            <a:avLst/>
          </a:prstGeom>
          <a:solidFill>
            <a:srgbClr val="E8F8F7"/>
          </a:solidFill>
          <a:ln w="25400">
            <a:solidFill>
              <a:srgbClr val="00CBBB"/>
            </a:solidFill>
          </a:ln>
        </p:spPr>
        <p:txBody>
          <a:bodyPr anchor="ctr"/>
          <a:lstStyle/>
          <a:p>
            <a:pPr algn="ctr"/>
            <a:r>
              <a:rPr lang="en-GB" sz="1600" b="1" dirty="0">
                <a:solidFill>
                  <a:srgbClr val="00CBBB"/>
                </a:solidFill>
                <a:latin typeface="Segoe UI Black"/>
              </a:rPr>
              <a:t>DEV</a:t>
            </a:r>
          </a:p>
        </p:txBody>
      </p:sp>
      <p:sp>
        <p:nvSpPr>
          <p:cNvPr id="32" name="Arrow1"/>
          <p:cNvSpPr/>
          <p:nvPr/>
        </p:nvSpPr>
        <p:spPr>
          <a:xfrm>
            <a:off x="2099200" y="5280295"/>
            <a:ext cx="457200" cy="0"/>
          </a:xfrm>
          <a:prstGeom prst="line">
            <a:avLst/>
          </a:prstGeom>
          <a:noFill/>
          <a:ln w="25400">
            <a:solidFill>
              <a:srgbClr val="AAAAAA"/>
            </a:solidFill>
            <a:tailEnd type="arrow" w="med" len="med"/>
          </a:ln>
        </p:spPr>
        <p:txBody>
          <a:bodyPr/>
          <a:lstStyle/>
          <a:p>
            <a:endParaRPr/>
          </a:p>
        </p:txBody>
      </p:sp>
      <p:sp>
        <p:nvSpPr>
          <p:cNvPr id="33" name="TestBox"/>
          <p:cNvSpPr/>
          <p:nvPr/>
        </p:nvSpPr>
        <p:spPr>
          <a:xfrm>
            <a:off x="2627800" y="5098695"/>
            <a:ext cx="1600000" cy="457200"/>
          </a:xfrm>
          <a:prstGeom prst="rect">
            <a:avLst/>
          </a:prstGeom>
          <a:solidFill>
            <a:srgbClr val="EBF2FA"/>
          </a:solidFill>
          <a:ln w="25400">
            <a:solidFill>
              <a:srgbClr val="1A87CD"/>
            </a:solidFill>
          </a:ln>
        </p:spPr>
        <p:txBody>
          <a:bodyPr anchor="ctr"/>
          <a:lstStyle/>
          <a:p>
            <a:pPr algn="ctr"/>
            <a:r>
              <a:rPr lang="en-GB" sz="1600" b="1" dirty="0">
                <a:solidFill>
                  <a:schemeClr val="accent5"/>
                </a:solidFill>
                <a:latin typeface="Segoe UI Black"/>
              </a:rPr>
              <a:t>TEST</a:t>
            </a:r>
          </a:p>
        </p:txBody>
      </p:sp>
      <p:sp>
        <p:nvSpPr>
          <p:cNvPr id="34" name="Arrow2"/>
          <p:cNvSpPr/>
          <p:nvPr/>
        </p:nvSpPr>
        <p:spPr>
          <a:xfrm>
            <a:off x="4269800" y="5280295"/>
            <a:ext cx="457200" cy="0"/>
          </a:xfrm>
          <a:prstGeom prst="line">
            <a:avLst/>
          </a:prstGeom>
          <a:noFill/>
          <a:ln w="25400">
            <a:solidFill>
              <a:srgbClr val="AAAAAA"/>
            </a:solidFill>
            <a:tailEnd type="arrow" w="med" len="med"/>
          </a:ln>
        </p:spPr>
        <p:txBody>
          <a:bodyPr/>
          <a:lstStyle/>
          <a:p>
            <a:endParaRPr/>
          </a:p>
        </p:txBody>
      </p:sp>
      <p:sp>
        <p:nvSpPr>
          <p:cNvPr id="35" name="ProdBox"/>
          <p:cNvSpPr/>
          <p:nvPr/>
        </p:nvSpPr>
        <p:spPr>
          <a:xfrm>
            <a:off x="4799800" y="5098695"/>
            <a:ext cx="1600000" cy="457200"/>
          </a:xfrm>
          <a:prstGeom prst="rect">
            <a:avLst/>
          </a:prstGeom>
          <a:solidFill>
            <a:srgbClr val="EBF0FA"/>
          </a:solidFill>
          <a:ln w="25400">
            <a:solidFill>
              <a:schemeClr val="accent1"/>
            </a:solidFill>
          </a:ln>
        </p:spPr>
        <p:txBody>
          <a:bodyPr anchor="ctr"/>
          <a:lstStyle/>
          <a:p>
            <a:pPr algn="ctr"/>
            <a:r>
              <a:rPr lang="en-GB" sz="1600" b="1" dirty="0">
                <a:latin typeface="Segoe UI Black"/>
              </a:rPr>
              <a:t>PROD</a:t>
            </a:r>
          </a:p>
        </p:txBody>
      </p:sp>
      <p:sp>
        <p:nvSpPr>
          <p:cNvPr id="40" name="PanelBg"/>
          <p:cNvSpPr/>
          <p:nvPr/>
        </p:nvSpPr>
        <p:spPr>
          <a:xfrm>
            <a:off x="7086000" y="914400"/>
            <a:ext cx="4800600" cy="4914000"/>
          </a:xfrm>
          <a:prstGeom prst="rect">
            <a:avLst/>
          </a:prstGeom>
          <a:solidFill>
            <a:srgbClr val="F2F7FF"/>
          </a:solidFill>
          <a:ln w="19050">
            <a:solidFill>
              <a:srgbClr val="0761AD"/>
            </a:solidFill>
          </a:ln>
        </p:spPr>
        <p:txBody>
          <a:bodyPr/>
          <a:lstStyle/>
          <a:p>
            <a:endParaRPr/>
          </a:p>
        </p:txBody>
      </p:sp>
      <p:sp>
        <p:nvSpPr>
          <p:cNvPr id="41" name="PanelHeader"/>
          <p:cNvSpPr/>
          <p:nvPr/>
        </p:nvSpPr>
        <p:spPr>
          <a:xfrm>
            <a:off x="7086000" y="914400"/>
            <a:ext cx="4800600" cy="457200"/>
          </a:xfrm>
          <a:prstGeom prst="rect">
            <a:avLst/>
          </a:prstGeom>
          <a:solidFill>
            <a:schemeClr val="tx1"/>
          </a:solidFill>
          <a:ln>
            <a:noFill/>
          </a:ln>
        </p:spPr>
        <p:txBody>
          <a:bodyPr anchor="ctr"/>
          <a:lstStyle/>
          <a:p>
            <a:pPr algn="ctr"/>
            <a:r>
              <a:rPr lang="en-GB" sz="1300" b="1" dirty="0">
                <a:solidFill>
                  <a:srgbClr val="FFFFFF"/>
                </a:solidFill>
                <a:latin typeface="Segoe UI"/>
              </a:rPr>
              <a:t>What’s Inside a Solution?</a:t>
            </a:r>
          </a:p>
        </p:txBody>
      </p:sp>
      <p:sp>
        <p:nvSpPr>
          <p:cNvPr id="50" name="Row1Bg"/>
          <p:cNvSpPr/>
          <p:nvPr/>
        </p:nvSpPr>
        <p:spPr>
          <a:xfrm>
            <a:off x="7086000" y="1371600"/>
            <a:ext cx="4800600" cy="571500"/>
          </a:xfrm>
          <a:prstGeom prst="rect">
            <a:avLst/>
          </a:prstGeom>
          <a:solidFill>
            <a:srgbClr val="FFFFFF"/>
          </a:solidFill>
          <a:ln w="9525">
            <a:solidFill>
              <a:srgbClr val="D0E4F5"/>
            </a:solidFill>
          </a:ln>
        </p:spPr>
        <p:txBody>
          <a:bodyPr/>
          <a:lstStyle/>
          <a:p>
            <a:endParaRPr/>
          </a:p>
        </p:txBody>
      </p:sp>
      <p:sp>
        <p:nvSpPr>
          <p:cNvPr id="51" name="Row1Accent"/>
          <p:cNvSpPr/>
          <p:nvPr/>
        </p:nvSpPr>
        <p:spPr>
          <a:xfrm>
            <a:off x="7086000" y="1371600"/>
            <a:ext cx="38100" cy="571500"/>
          </a:xfrm>
          <a:prstGeom prst="rect">
            <a:avLst/>
          </a:prstGeom>
          <a:solidFill>
            <a:srgbClr val="00CBBB"/>
          </a:solidFill>
          <a:ln>
            <a:noFill/>
          </a:ln>
        </p:spPr>
        <p:txBody>
          <a:bodyPr/>
          <a:lstStyle/>
          <a:p>
            <a:endParaRPr/>
          </a:p>
        </p:txBody>
      </p:sp>
      <p:sp>
        <p:nvSpPr>
          <p:cNvPr id="52" name="Row1Text"/>
          <p:cNvSpPr txBox="1"/>
          <p:nvPr/>
        </p:nvSpPr>
        <p:spPr>
          <a:xfrm>
            <a:off x="7200000" y="1371600"/>
            <a:ext cx="4686600" cy="571500"/>
          </a:xfrm>
          <a:prstGeom prst="rect">
            <a:avLst/>
          </a:prstGeom>
          <a:noFill/>
        </p:spPr>
        <p:txBody>
          <a:bodyPr lIns="91440" tIns="57150" rIns="91440" bIns="57150"/>
          <a:lstStyle/>
          <a:p>
            <a:r>
              <a:rPr lang="en-GB" sz="1100" b="1" dirty="0">
                <a:solidFill>
                  <a:srgbClr val="0761AD"/>
                </a:solidFill>
                <a:latin typeface="Segoe UI"/>
              </a:rPr>
              <a:t>Canvas &amp; Model-driven Apps</a:t>
            </a:r>
          </a:p>
          <a:p>
            <a:r>
              <a:rPr lang="en-GB" sz="900" dirty="0">
                <a:solidFill>
                  <a:srgbClr val="777777"/>
                </a:solidFill>
                <a:latin typeface="Segoe UI"/>
              </a:rPr>
              <a:t>The apps your users interact with</a:t>
            </a:r>
          </a:p>
        </p:txBody>
      </p:sp>
      <p:sp>
        <p:nvSpPr>
          <p:cNvPr id="60" name="Row2Bg"/>
          <p:cNvSpPr/>
          <p:nvPr/>
        </p:nvSpPr>
        <p:spPr>
          <a:xfrm>
            <a:off x="7086000" y="1981800"/>
            <a:ext cx="4800600" cy="571500"/>
          </a:xfrm>
          <a:prstGeom prst="rect">
            <a:avLst/>
          </a:prstGeom>
          <a:solidFill>
            <a:srgbClr val="F2F7FF"/>
          </a:solidFill>
          <a:ln w="9525">
            <a:solidFill>
              <a:srgbClr val="D0E4F5"/>
            </a:solidFill>
          </a:ln>
        </p:spPr>
        <p:txBody>
          <a:bodyPr/>
          <a:lstStyle/>
          <a:p>
            <a:endParaRPr/>
          </a:p>
        </p:txBody>
      </p:sp>
      <p:sp>
        <p:nvSpPr>
          <p:cNvPr id="61" name="Row2Accent"/>
          <p:cNvSpPr/>
          <p:nvPr/>
        </p:nvSpPr>
        <p:spPr>
          <a:xfrm>
            <a:off x="7086000" y="1981800"/>
            <a:ext cx="38100" cy="571500"/>
          </a:xfrm>
          <a:prstGeom prst="rect">
            <a:avLst/>
          </a:prstGeom>
          <a:solidFill>
            <a:schemeClr val="tx1"/>
          </a:solidFill>
          <a:ln>
            <a:noFill/>
          </a:ln>
        </p:spPr>
        <p:txBody>
          <a:bodyPr/>
          <a:lstStyle/>
          <a:p>
            <a:endParaRPr/>
          </a:p>
        </p:txBody>
      </p:sp>
      <p:sp>
        <p:nvSpPr>
          <p:cNvPr id="62" name="Row2Text"/>
          <p:cNvSpPr txBox="1"/>
          <p:nvPr/>
        </p:nvSpPr>
        <p:spPr>
          <a:xfrm>
            <a:off x="7200000" y="1981800"/>
            <a:ext cx="4686600" cy="571500"/>
          </a:xfrm>
          <a:prstGeom prst="rect">
            <a:avLst/>
          </a:prstGeom>
          <a:noFill/>
        </p:spPr>
        <p:txBody>
          <a:bodyPr lIns="91440" tIns="57150" rIns="91440" bIns="57150"/>
          <a:lstStyle/>
          <a:p>
            <a:r>
              <a:rPr lang="en-GB" sz="1100" b="1" dirty="0">
                <a:solidFill>
                  <a:srgbClr val="0761AD"/>
                </a:solidFill>
                <a:latin typeface="Segoe UI"/>
              </a:rPr>
              <a:t>Dataverse Tables &amp; Columns</a:t>
            </a:r>
          </a:p>
          <a:p>
            <a:r>
              <a:rPr lang="en-GB" sz="900" dirty="0">
                <a:solidFill>
                  <a:srgbClr val="777777"/>
                </a:solidFill>
                <a:latin typeface="Segoe UI"/>
              </a:rPr>
              <a:t>Your data schema and structure</a:t>
            </a:r>
          </a:p>
        </p:txBody>
      </p:sp>
      <p:sp>
        <p:nvSpPr>
          <p:cNvPr id="70" name="Row3Bg"/>
          <p:cNvSpPr/>
          <p:nvPr/>
        </p:nvSpPr>
        <p:spPr>
          <a:xfrm>
            <a:off x="7086000" y="2592000"/>
            <a:ext cx="4800600" cy="571500"/>
          </a:xfrm>
          <a:prstGeom prst="rect">
            <a:avLst/>
          </a:prstGeom>
          <a:solidFill>
            <a:srgbClr val="FFFFFF"/>
          </a:solidFill>
          <a:ln w="9525">
            <a:solidFill>
              <a:srgbClr val="D0E4F5"/>
            </a:solidFill>
          </a:ln>
        </p:spPr>
        <p:txBody>
          <a:bodyPr/>
          <a:lstStyle/>
          <a:p>
            <a:endParaRPr/>
          </a:p>
        </p:txBody>
      </p:sp>
      <p:sp>
        <p:nvSpPr>
          <p:cNvPr id="71" name="Row3Accent"/>
          <p:cNvSpPr/>
          <p:nvPr/>
        </p:nvSpPr>
        <p:spPr>
          <a:xfrm>
            <a:off x="7086000" y="2592000"/>
            <a:ext cx="38100" cy="571500"/>
          </a:xfrm>
          <a:prstGeom prst="rect">
            <a:avLst/>
          </a:prstGeom>
          <a:solidFill>
            <a:srgbClr val="00CBBB"/>
          </a:solidFill>
          <a:ln>
            <a:noFill/>
          </a:ln>
        </p:spPr>
        <p:txBody>
          <a:bodyPr/>
          <a:lstStyle/>
          <a:p>
            <a:endParaRPr/>
          </a:p>
        </p:txBody>
      </p:sp>
      <p:sp>
        <p:nvSpPr>
          <p:cNvPr id="72" name="Row3Text"/>
          <p:cNvSpPr txBox="1"/>
          <p:nvPr/>
        </p:nvSpPr>
        <p:spPr>
          <a:xfrm>
            <a:off x="7200000" y="2592000"/>
            <a:ext cx="4686600" cy="571500"/>
          </a:xfrm>
          <a:prstGeom prst="rect">
            <a:avLst/>
          </a:prstGeom>
          <a:noFill/>
        </p:spPr>
        <p:txBody>
          <a:bodyPr lIns="91440" tIns="57150" rIns="91440" bIns="57150"/>
          <a:lstStyle/>
          <a:p>
            <a:r>
              <a:rPr lang="en-GB" sz="1100" b="1" dirty="0">
                <a:solidFill>
                  <a:srgbClr val="0761AD"/>
                </a:solidFill>
                <a:latin typeface="Segoe UI"/>
              </a:rPr>
              <a:t>Cloud Flows &amp; Automations</a:t>
            </a:r>
          </a:p>
          <a:p>
            <a:r>
              <a:rPr lang="en-GB" sz="900" dirty="0">
                <a:solidFill>
                  <a:srgbClr val="777777"/>
                </a:solidFill>
                <a:latin typeface="Segoe UI"/>
              </a:rPr>
              <a:t>Power Automate workflows</a:t>
            </a:r>
          </a:p>
        </p:txBody>
      </p:sp>
      <p:sp>
        <p:nvSpPr>
          <p:cNvPr id="80" name="Row4Bg"/>
          <p:cNvSpPr/>
          <p:nvPr/>
        </p:nvSpPr>
        <p:spPr>
          <a:xfrm>
            <a:off x="7086000" y="3202200"/>
            <a:ext cx="4800600" cy="571500"/>
          </a:xfrm>
          <a:prstGeom prst="rect">
            <a:avLst/>
          </a:prstGeom>
          <a:solidFill>
            <a:srgbClr val="F2F7FF"/>
          </a:solidFill>
          <a:ln w="9525">
            <a:solidFill>
              <a:srgbClr val="D0E4F5"/>
            </a:solidFill>
          </a:ln>
        </p:spPr>
        <p:txBody>
          <a:bodyPr/>
          <a:lstStyle/>
          <a:p>
            <a:endParaRPr/>
          </a:p>
        </p:txBody>
      </p:sp>
      <p:sp>
        <p:nvSpPr>
          <p:cNvPr id="81" name="Row4Accent"/>
          <p:cNvSpPr/>
          <p:nvPr/>
        </p:nvSpPr>
        <p:spPr>
          <a:xfrm>
            <a:off x="7086000" y="3202200"/>
            <a:ext cx="38100" cy="571500"/>
          </a:xfrm>
          <a:prstGeom prst="rect">
            <a:avLst/>
          </a:prstGeom>
          <a:solidFill>
            <a:schemeClr val="tx1"/>
          </a:solidFill>
          <a:ln>
            <a:noFill/>
          </a:ln>
        </p:spPr>
        <p:txBody>
          <a:bodyPr/>
          <a:lstStyle/>
          <a:p>
            <a:endParaRPr/>
          </a:p>
        </p:txBody>
      </p:sp>
      <p:sp>
        <p:nvSpPr>
          <p:cNvPr id="82" name="Row4Text"/>
          <p:cNvSpPr txBox="1"/>
          <p:nvPr/>
        </p:nvSpPr>
        <p:spPr>
          <a:xfrm>
            <a:off x="7200000" y="3202200"/>
            <a:ext cx="4686600" cy="571500"/>
          </a:xfrm>
          <a:prstGeom prst="rect">
            <a:avLst/>
          </a:prstGeom>
          <a:noFill/>
        </p:spPr>
        <p:txBody>
          <a:bodyPr lIns="91440" tIns="57150" rIns="91440" bIns="57150"/>
          <a:lstStyle/>
          <a:p>
            <a:r>
              <a:rPr lang="en-GB" sz="1100" b="1" dirty="0">
                <a:solidFill>
                  <a:srgbClr val="0761AD"/>
                </a:solidFill>
                <a:latin typeface="Segoe UI"/>
              </a:rPr>
              <a:t>Copilot Studio Agents</a:t>
            </a:r>
          </a:p>
          <a:p>
            <a:r>
              <a:rPr lang="en-GB" sz="900" dirty="0">
                <a:solidFill>
                  <a:srgbClr val="777777"/>
                </a:solidFill>
                <a:latin typeface="Segoe UI"/>
              </a:rPr>
              <a:t>AI Agents and Chatbots</a:t>
            </a:r>
          </a:p>
        </p:txBody>
      </p:sp>
      <p:sp>
        <p:nvSpPr>
          <p:cNvPr id="90" name="Row5Bg"/>
          <p:cNvSpPr/>
          <p:nvPr/>
        </p:nvSpPr>
        <p:spPr>
          <a:xfrm>
            <a:off x="7086000" y="3812400"/>
            <a:ext cx="4800600" cy="571500"/>
          </a:xfrm>
          <a:prstGeom prst="rect">
            <a:avLst/>
          </a:prstGeom>
          <a:solidFill>
            <a:srgbClr val="FFFFFF"/>
          </a:solidFill>
          <a:ln w="9525">
            <a:solidFill>
              <a:srgbClr val="D0E4F5"/>
            </a:solidFill>
          </a:ln>
        </p:spPr>
        <p:txBody>
          <a:bodyPr/>
          <a:lstStyle/>
          <a:p>
            <a:endParaRPr/>
          </a:p>
        </p:txBody>
      </p:sp>
      <p:sp>
        <p:nvSpPr>
          <p:cNvPr id="91" name="Row5Accent"/>
          <p:cNvSpPr/>
          <p:nvPr/>
        </p:nvSpPr>
        <p:spPr>
          <a:xfrm>
            <a:off x="7086000" y="3812400"/>
            <a:ext cx="38100" cy="571500"/>
          </a:xfrm>
          <a:prstGeom prst="rect">
            <a:avLst/>
          </a:prstGeom>
          <a:solidFill>
            <a:srgbClr val="00CBBB"/>
          </a:solidFill>
          <a:ln>
            <a:noFill/>
          </a:ln>
        </p:spPr>
        <p:txBody>
          <a:bodyPr/>
          <a:lstStyle/>
          <a:p>
            <a:endParaRPr/>
          </a:p>
        </p:txBody>
      </p:sp>
      <p:sp>
        <p:nvSpPr>
          <p:cNvPr id="92" name="Row5Text"/>
          <p:cNvSpPr txBox="1"/>
          <p:nvPr/>
        </p:nvSpPr>
        <p:spPr>
          <a:xfrm>
            <a:off x="7200000" y="3812400"/>
            <a:ext cx="4686600" cy="571500"/>
          </a:xfrm>
          <a:prstGeom prst="rect">
            <a:avLst/>
          </a:prstGeom>
          <a:noFill/>
        </p:spPr>
        <p:txBody>
          <a:bodyPr lIns="91440" tIns="57150" rIns="91440" bIns="57150"/>
          <a:lstStyle/>
          <a:p>
            <a:r>
              <a:rPr lang="en-GB" sz="1100" b="1" dirty="0">
                <a:solidFill>
                  <a:srgbClr val="0761AD"/>
                </a:solidFill>
                <a:latin typeface="Segoe UI"/>
              </a:rPr>
              <a:t>Power Pages Sites</a:t>
            </a:r>
          </a:p>
          <a:p>
            <a:r>
              <a:rPr lang="en-GB" sz="900" dirty="0">
                <a:solidFill>
                  <a:srgbClr val="777777"/>
                </a:solidFill>
                <a:latin typeface="Segoe UI"/>
              </a:rPr>
              <a:t>External-facing web portals</a:t>
            </a:r>
          </a:p>
        </p:txBody>
      </p:sp>
      <p:sp>
        <p:nvSpPr>
          <p:cNvPr id="100" name="Row6Bg"/>
          <p:cNvSpPr/>
          <p:nvPr/>
        </p:nvSpPr>
        <p:spPr>
          <a:xfrm>
            <a:off x="7086000" y="4422600"/>
            <a:ext cx="4800600" cy="571500"/>
          </a:xfrm>
          <a:prstGeom prst="rect">
            <a:avLst/>
          </a:prstGeom>
          <a:solidFill>
            <a:srgbClr val="F2F7FF"/>
          </a:solidFill>
          <a:ln w="9525">
            <a:solidFill>
              <a:srgbClr val="D0E4F5"/>
            </a:solidFill>
          </a:ln>
        </p:spPr>
        <p:txBody>
          <a:bodyPr/>
          <a:lstStyle/>
          <a:p>
            <a:endParaRPr/>
          </a:p>
        </p:txBody>
      </p:sp>
      <p:sp>
        <p:nvSpPr>
          <p:cNvPr id="101" name="Row6Accent"/>
          <p:cNvSpPr/>
          <p:nvPr/>
        </p:nvSpPr>
        <p:spPr>
          <a:xfrm>
            <a:off x="7086000" y="4422600"/>
            <a:ext cx="38100" cy="571500"/>
          </a:xfrm>
          <a:prstGeom prst="rect">
            <a:avLst/>
          </a:prstGeom>
          <a:solidFill>
            <a:schemeClr val="tx1"/>
          </a:solidFill>
          <a:ln>
            <a:noFill/>
          </a:ln>
        </p:spPr>
        <p:txBody>
          <a:bodyPr/>
          <a:lstStyle/>
          <a:p>
            <a:endParaRPr/>
          </a:p>
        </p:txBody>
      </p:sp>
      <p:sp>
        <p:nvSpPr>
          <p:cNvPr id="102" name="Row6Text"/>
          <p:cNvSpPr txBox="1"/>
          <p:nvPr/>
        </p:nvSpPr>
        <p:spPr>
          <a:xfrm>
            <a:off x="7200000" y="4422600"/>
            <a:ext cx="4686600" cy="571500"/>
          </a:xfrm>
          <a:prstGeom prst="rect">
            <a:avLst/>
          </a:prstGeom>
          <a:noFill/>
        </p:spPr>
        <p:txBody>
          <a:bodyPr lIns="91440" tIns="57150" rIns="91440" bIns="5715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761AD"/>
                </a:solidFill>
                <a:effectLst/>
                <a:uLnTx/>
                <a:uFillTx/>
                <a:latin typeface="Segoe UI"/>
                <a:ea typeface="+mn-ea"/>
                <a:cs typeface="+mn-cs"/>
              </a:rPr>
              <a:t>Connection References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777777"/>
                </a:solidFill>
                <a:effectLst/>
                <a:uLnTx/>
                <a:uFillTx/>
                <a:latin typeface="Segoe UI"/>
                <a:ea typeface="+mn-ea"/>
                <a:cs typeface="+mn-cs"/>
              </a:rPr>
              <a:t>Portable connector definitions</a:t>
            </a:r>
            <a:endParaRPr kumimoji="0" lang="en-GB" sz="900" b="0" i="0" u="none" strike="noStrike" kern="1200" cap="none" spc="0" normalizeH="0" baseline="0" noProof="0" dirty="0">
              <a:ln>
                <a:noFill/>
              </a:ln>
              <a:solidFill>
                <a:srgbClr val="777777"/>
              </a:solidFill>
              <a:effectLst/>
              <a:uLnTx/>
              <a:uFillTx/>
              <a:latin typeface="Segoe UI"/>
              <a:ea typeface="+mn-ea"/>
              <a:cs typeface="+mn-cs"/>
            </a:endParaRPr>
          </a:p>
        </p:txBody>
      </p:sp>
      <p:sp>
        <p:nvSpPr>
          <p:cNvPr id="110" name="Row7Bg"/>
          <p:cNvSpPr/>
          <p:nvPr/>
        </p:nvSpPr>
        <p:spPr>
          <a:xfrm>
            <a:off x="7086000" y="5032800"/>
            <a:ext cx="4800600" cy="571500"/>
          </a:xfrm>
          <a:prstGeom prst="rect">
            <a:avLst/>
          </a:prstGeom>
          <a:solidFill>
            <a:srgbClr val="FFFFFF"/>
          </a:solidFill>
          <a:ln w="9525">
            <a:solidFill>
              <a:srgbClr val="D0E4F5"/>
            </a:solidFill>
          </a:ln>
        </p:spPr>
        <p:txBody>
          <a:bodyPr/>
          <a:lstStyle/>
          <a:p>
            <a:endParaRPr/>
          </a:p>
        </p:txBody>
      </p:sp>
      <p:sp>
        <p:nvSpPr>
          <p:cNvPr id="111" name="Row7Accent"/>
          <p:cNvSpPr/>
          <p:nvPr/>
        </p:nvSpPr>
        <p:spPr>
          <a:xfrm>
            <a:off x="7086000" y="5032800"/>
            <a:ext cx="38100" cy="571500"/>
          </a:xfrm>
          <a:prstGeom prst="rect">
            <a:avLst/>
          </a:prstGeom>
          <a:solidFill>
            <a:srgbClr val="00CBBB"/>
          </a:solidFill>
          <a:ln>
            <a:noFill/>
          </a:ln>
        </p:spPr>
        <p:txBody>
          <a:bodyPr/>
          <a:lstStyle/>
          <a:p>
            <a:endParaRPr/>
          </a:p>
        </p:txBody>
      </p:sp>
      <p:sp>
        <p:nvSpPr>
          <p:cNvPr id="112" name="Row7Text"/>
          <p:cNvSpPr txBox="1"/>
          <p:nvPr/>
        </p:nvSpPr>
        <p:spPr>
          <a:xfrm>
            <a:off x="7200000" y="5032800"/>
            <a:ext cx="4686600" cy="571500"/>
          </a:xfrm>
          <a:prstGeom prst="rect">
            <a:avLst/>
          </a:prstGeom>
          <a:noFill/>
        </p:spPr>
        <p:txBody>
          <a:bodyPr lIns="91440" tIns="57150" rIns="91440" bIns="57150"/>
          <a:lstStyle/>
          <a:p>
            <a:r>
              <a:rPr lang="en-GB" sz="1100" b="1" dirty="0">
                <a:solidFill>
                  <a:srgbClr val="0761AD"/>
                </a:solidFill>
                <a:latin typeface="Segoe UI"/>
              </a:rPr>
              <a:t>Environment Variables</a:t>
            </a:r>
          </a:p>
          <a:p>
            <a:r>
              <a:rPr lang="en-GB" sz="900" dirty="0">
                <a:solidFill>
                  <a:srgbClr val="777777"/>
                </a:solidFill>
                <a:latin typeface="Segoe UI"/>
              </a:rPr>
              <a:t>Config values per environment</a:t>
            </a:r>
          </a:p>
        </p:txBody>
      </p:sp>
      <p:sp>
        <p:nvSpPr>
          <p:cNvPr id="4" name="CalloutBg">
            <a:extLst>
              <a:ext uri="{FF2B5EF4-FFF2-40B4-BE49-F238E27FC236}">
                <a16:creationId xmlns:a16="http://schemas.microsoft.com/office/drawing/2014/main" id="{81848E4D-AA9A-05AD-F15A-7CF64EE3467E}"/>
              </a:ext>
            </a:extLst>
          </p:cNvPr>
          <p:cNvSpPr/>
          <p:nvPr/>
        </p:nvSpPr>
        <p:spPr>
          <a:xfrm>
            <a:off x="456400" y="1927979"/>
            <a:ext cx="6400000" cy="571500"/>
          </a:xfrm>
          <a:prstGeom prst="rect">
            <a:avLst/>
          </a:prstGeom>
          <a:solidFill>
            <a:srgbClr val="EBF5FB"/>
          </a:solidFill>
          <a:ln w="19050">
            <a:solidFill>
              <a:srgbClr val="00CBBB"/>
            </a:solidFill>
          </a:ln>
        </p:spPr>
        <p:txBody>
          <a:bodyPr/>
          <a:lstStyle/>
          <a:p>
            <a:endParaRPr/>
          </a:p>
        </p:txBody>
      </p:sp>
      <p:sp>
        <p:nvSpPr>
          <p:cNvPr id="5" name="CalloutAccent">
            <a:extLst>
              <a:ext uri="{FF2B5EF4-FFF2-40B4-BE49-F238E27FC236}">
                <a16:creationId xmlns:a16="http://schemas.microsoft.com/office/drawing/2014/main" id="{26D33883-6F10-413C-EE00-A9FC9FC062FD}"/>
              </a:ext>
            </a:extLst>
          </p:cNvPr>
          <p:cNvSpPr/>
          <p:nvPr/>
        </p:nvSpPr>
        <p:spPr>
          <a:xfrm>
            <a:off x="456400" y="1927979"/>
            <a:ext cx="57150" cy="571500"/>
          </a:xfrm>
          <a:prstGeom prst="rect">
            <a:avLst/>
          </a:prstGeom>
          <a:solidFill>
            <a:srgbClr val="00CBBB"/>
          </a:solidFill>
          <a:ln>
            <a:noFill/>
          </a:ln>
        </p:spPr>
        <p:txBody>
          <a:bodyPr/>
          <a:lstStyle/>
          <a:p>
            <a:endParaRPr/>
          </a:p>
        </p:txBody>
      </p:sp>
      <p:sp>
        <p:nvSpPr>
          <p:cNvPr id="6" name="CalloutText">
            <a:extLst>
              <a:ext uri="{FF2B5EF4-FFF2-40B4-BE49-F238E27FC236}">
                <a16:creationId xmlns:a16="http://schemas.microsoft.com/office/drawing/2014/main" id="{5C1A3451-2D19-4C46-60C6-8B4EACDDAFF7}"/>
              </a:ext>
            </a:extLst>
          </p:cNvPr>
          <p:cNvSpPr txBox="1"/>
          <p:nvPr/>
        </p:nvSpPr>
        <p:spPr>
          <a:xfrm>
            <a:off x="559200" y="1927979"/>
            <a:ext cx="6200000" cy="571500"/>
          </a:xfrm>
          <a:prstGeom prst="rect">
            <a:avLst/>
          </a:prstGeom>
          <a:noFill/>
        </p:spPr>
        <p:txBody>
          <a:bodyPr wrap="square" lIns="91440" tIns="91440" rIns="91440" bIns="91440"/>
          <a:lstStyle/>
          <a:p>
            <a:r>
              <a:rPr lang="en-GB" sz="1200" i="1" dirty="0">
                <a:solidFill>
                  <a:srgbClr val="555555"/>
                </a:solidFill>
                <a:latin typeface="Segoe UI"/>
              </a:rPr>
              <a:t>Think of it as a way of </a:t>
            </a:r>
            <a:r>
              <a:rPr lang="en-GB" sz="1200" b="1" i="1" dirty="0">
                <a:solidFill>
                  <a:srgbClr val="0761AD"/>
                </a:solidFill>
                <a:latin typeface="Segoe UI"/>
              </a:rPr>
              <a:t>organizing</a:t>
            </a:r>
            <a:r>
              <a:rPr lang="en-GB" sz="1200" i="1" dirty="0">
                <a:solidFill>
                  <a:srgbClr val="555555"/>
                </a:solidFill>
                <a:latin typeface="Segoe UI"/>
              </a:rPr>
              <a:t> for your </a:t>
            </a:r>
            <a:r>
              <a:rPr lang="en-GB" sz="1200" b="1" i="1" dirty="0">
                <a:latin typeface="Segoe UI"/>
              </a:rPr>
              <a:t>related</a:t>
            </a:r>
            <a:r>
              <a:rPr lang="en-GB" sz="1200" i="1" dirty="0">
                <a:solidFill>
                  <a:srgbClr val="555555"/>
                </a:solidFill>
                <a:latin typeface="Segoe UI"/>
              </a:rPr>
              <a:t> Power Platform work in your development environment.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Managed vs Unmanaged Solutions</a:t>
            </a:r>
          </a:p>
        </p:txBody>
      </p:sp>
      <p:sp>
        <p:nvSpPr>
          <p:cNvPr id="10" name="UnmgdHdr"/>
          <p:cNvSpPr/>
          <p:nvPr/>
        </p:nvSpPr>
        <p:spPr>
          <a:xfrm>
            <a:off x="457200" y="914400"/>
            <a:ext cx="5257675" cy="420000"/>
          </a:xfrm>
          <a:prstGeom prst="rect">
            <a:avLst/>
          </a:prstGeom>
          <a:solidFill>
            <a:srgbClr val="00CBBB"/>
          </a:solidFill>
          <a:ln>
            <a:noFill/>
          </a:ln>
        </p:spPr>
        <p:txBody>
          <a:bodyPr anchor="ctr"/>
          <a:lstStyle/>
          <a:p>
            <a:pPr algn="ctr"/>
            <a:r>
              <a:rPr lang="en-GB" sz="1800" b="1" dirty="0">
                <a:solidFill>
                  <a:srgbClr val="FFFFFF"/>
                </a:solidFill>
                <a:latin typeface="Segoe UI Black"/>
              </a:rPr>
              <a:t>Unmanaged</a:t>
            </a:r>
          </a:p>
        </p:txBody>
      </p:sp>
      <p:sp>
        <p:nvSpPr>
          <p:cNvPr id="11" name="MgdHdr"/>
          <p:cNvSpPr/>
          <p:nvPr/>
        </p:nvSpPr>
        <p:spPr>
          <a:xfrm>
            <a:off x="6477125" y="914400"/>
            <a:ext cx="5257675" cy="420000"/>
          </a:xfrm>
          <a:prstGeom prst="rect">
            <a:avLst/>
          </a:prstGeom>
          <a:solidFill>
            <a:srgbClr val="0761AD"/>
          </a:solidFill>
          <a:ln>
            <a:noFill/>
          </a:ln>
        </p:spPr>
        <p:txBody>
          <a:bodyPr anchor="ctr"/>
          <a:lstStyle/>
          <a:p>
            <a:pPr algn="ctr"/>
            <a:r>
              <a:rPr lang="en-GB" sz="1800" b="1" dirty="0">
                <a:solidFill>
                  <a:srgbClr val="FFFFFF"/>
                </a:solidFill>
                <a:latin typeface="Segoe UI Black"/>
              </a:rPr>
              <a:t>Managed</a:t>
            </a:r>
          </a:p>
        </p:txBody>
      </p:sp>
      <p:sp>
        <p:nvSpPr>
          <p:cNvPr id="12" name="ColGap"/>
          <p:cNvSpPr/>
          <p:nvPr/>
        </p:nvSpPr>
        <p:spPr>
          <a:xfrm>
            <a:off x="5714875" y="914400"/>
            <a:ext cx="762250" cy="5140000"/>
          </a:xfrm>
          <a:prstGeom prst="rect">
            <a:avLst/>
          </a:prstGeom>
          <a:solidFill>
            <a:srgbClr val="FFFFFF"/>
          </a:solidFill>
          <a:ln>
            <a:noFill/>
          </a:ln>
        </p:spPr>
        <p:txBody>
          <a:bodyPr/>
          <a:lstStyle/>
          <a:p>
            <a:endParaRPr/>
          </a:p>
        </p:txBody>
      </p:sp>
      <p:sp>
        <p:nvSpPr>
          <p:cNvPr id="20" name="R1L"/>
          <p:cNvSpPr/>
          <p:nvPr/>
        </p:nvSpPr>
        <p:spPr>
          <a:xfrm>
            <a:off x="457200" y="133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Typical Environment</a:t>
            </a:r>
          </a:p>
        </p:txBody>
      </p:sp>
      <p:sp>
        <p:nvSpPr>
          <p:cNvPr id="21" name="R1U"/>
          <p:cNvSpPr/>
          <p:nvPr/>
        </p:nvSpPr>
        <p:spPr>
          <a:xfrm>
            <a:off x="457200" y="160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Development only</a:t>
            </a:r>
          </a:p>
        </p:txBody>
      </p:sp>
      <p:sp>
        <p:nvSpPr>
          <p:cNvPr id="22" name="R1M"/>
          <p:cNvSpPr/>
          <p:nvPr/>
        </p:nvSpPr>
        <p:spPr>
          <a:xfrm>
            <a:off x="6477125" y="160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Test, UAT and Production</a:t>
            </a:r>
          </a:p>
        </p:txBody>
      </p:sp>
      <p:sp>
        <p:nvSpPr>
          <p:cNvPr id="30" name="R2L"/>
          <p:cNvSpPr/>
          <p:nvPr/>
        </p:nvSpPr>
        <p:spPr>
          <a:xfrm>
            <a:off x="457200" y="192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Customisation</a:t>
            </a:r>
          </a:p>
        </p:txBody>
      </p:sp>
      <p:sp>
        <p:nvSpPr>
          <p:cNvPr id="31" name="R2U"/>
          <p:cNvSpPr/>
          <p:nvPr/>
        </p:nvSpPr>
        <p:spPr>
          <a:xfrm>
            <a:off x="457200" y="219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Fully editable — components can be modified directly</a:t>
            </a:r>
          </a:p>
        </p:txBody>
      </p:sp>
      <p:sp>
        <p:nvSpPr>
          <p:cNvPr id="32" name="R2M"/>
          <p:cNvSpPr/>
          <p:nvPr/>
        </p:nvSpPr>
        <p:spPr>
          <a:xfrm>
            <a:off x="6477125" y="219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Read-only — components are locked against direct edits</a:t>
            </a:r>
          </a:p>
        </p:txBody>
      </p:sp>
      <p:sp>
        <p:nvSpPr>
          <p:cNvPr id="40" name="R3L"/>
          <p:cNvSpPr/>
          <p:nvPr/>
        </p:nvSpPr>
        <p:spPr>
          <a:xfrm>
            <a:off x="457200" y="251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Source Control</a:t>
            </a:r>
          </a:p>
        </p:txBody>
      </p:sp>
      <p:sp>
        <p:nvSpPr>
          <p:cNvPr id="41" name="R3U"/>
          <p:cNvSpPr/>
          <p:nvPr/>
        </p:nvSpPr>
        <p:spPr>
          <a:xfrm>
            <a:off x="457200" y="278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Exported and committed to Git as unpacked source files</a:t>
            </a:r>
          </a:p>
        </p:txBody>
      </p:sp>
      <p:sp>
        <p:nvSpPr>
          <p:cNvPr id="42" name="R3M"/>
          <p:cNvSpPr/>
          <p:nvPr/>
        </p:nvSpPr>
        <p:spPr>
          <a:xfrm>
            <a:off x="6477125" y="278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Built and packaged by the pipeline from source control</a:t>
            </a:r>
          </a:p>
        </p:txBody>
      </p:sp>
      <p:sp>
        <p:nvSpPr>
          <p:cNvPr id="50" name="R4L"/>
          <p:cNvSpPr/>
          <p:nvPr/>
        </p:nvSpPr>
        <p:spPr>
          <a:xfrm>
            <a:off x="457200" y="310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Deleting the Solution</a:t>
            </a:r>
          </a:p>
        </p:txBody>
      </p:sp>
      <p:sp>
        <p:nvSpPr>
          <p:cNvPr id="51" name="R4U"/>
          <p:cNvSpPr/>
          <p:nvPr/>
        </p:nvSpPr>
        <p:spPr>
          <a:xfrm>
            <a:off x="457200" y="337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Removes the container only — components remain in the environment</a:t>
            </a:r>
          </a:p>
        </p:txBody>
      </p:sp>
      <p:sp>
        <p:nvSpPr>
          <p:cNvPr id="52" name="R4M"/>
          <p:cNvSpPr/>
          <p:nvPr/>
        </p:nvSpPr>
        <p:spPr>
          <a:xfrm>
            <a:off x="6477125" y="337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Removes the solution AND all its components from the environment</a:t>
            </a:r>
          </a:p>
        </p:txBody>
      </p:sp>
      <p:sp>
        <p:nvSpPr>
          <p:cNvPr id="60" name="R5L"/>
          <p:cNvSpPr/>
          <p:nvPr/>
        </p:nvSpPr>
        <p:spPr>
          <a:xfrm>
            <a:off x="457200" y="369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Version Numbering</a:t>
            </a:r>
          </a:p>
        </p:txBody>
      </p:sp>
      <p:sp>
        <p:nvSpPr>
          <p:cNvPr id="61" name="R5U"/>
          <p:cNvSpPr/>
          <p:nvPr/>
        </p:nvSpPr>
        <p:spPr>
          <a:xfrm>
            <a:off x="457200" y="396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Must be incremented manually before each export</a:t>
            </a:r>
          </a:p>
        </p:txBody>
      </p:sp>
      <p:sp>
        <p:nvSpPr>
          <p:cNvPr id="62" name="R5M"/>
          <p:cNvSpPr/>
          <p:nvPr/>
        </p:nvSpPr>
        <p:spPr>
          <a:xfrm>
            <a:off x="6477125" y="396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Version is stamped and tracked by the pipeline on each deployment</a:t>
            </a:r>
          </a:p>
        </p:txBody>
      </p:sp>
      <p:sp>
        <p:nvSpPr>
          <p:cNvPr id="70" name="R6L"/>
          <p:cNvSpPr/>
          <p:nvPr/>
        </p:nvSpPr>
        <p:spPr>
          <a:xfrm>
            <a:off x="457200" y="428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Upgrades &amp; Patches</a:t>
            </a:r>
          </a:p>
        </p:txBody>
      </p:sp>
      <p:sp>
        <p:nvSpPr>
          <p:cNvPr id="71" name="R6U"/>
          <p:cNvSpPr/>
          <p:nvPr/>
        </p:nvSpPr>
        <p:spPr>
          <a:xfrm>
            <a:off x="457200" y="455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Not applicable — changes are made directly in the environment</a:t>
            </a:r>
          </a:p>
        </p:txBody>
      </p:sp>
      <p:sp>
        <p:nvSpPr>
          <p:cNvPr id="72" name="R6M"/>
          <p:cNvSpPr/>
          <p:nvPr/>
        </p:nvSpPr>
        <p:spPr>
          <a:xfrm>
            <a:off x="6477125" y="455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Supports full upgrade and patch deployment via the pipeline</a:t>
            </a:r>
          </a:p>
        </p:txBody>
      </p:sp>
      <p:sp>
        <p:nvSpPr>
          <p:cNvPr id="80" name="R7L"/>
          <p:cNvSpPr/>
          <p:nvPr/>
        </p:nvSpPr>
        <p:spPr>
          <a:xfrm>
            <a:off x="457200" y="487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Solution Layering</a:t>
            </a:r>
          </a:p>
        </p:txBody>
      </p:sp>
      <p:sp>
        <p:nvSpPr>
          <p:cNvPr id="81" name="R7U"/>
          <p:cNvSpPr/>
          <p:nvPr/>
        </p:nvSpPr>
        <p:spPr>
          <a:xfrm>
            <a:off x="457200" y="514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Active layer — customisations sit on top of any managed layers below</a:t>
            </a:r>
          </a:p>
        </p:txBody>
      </p:sp>
      <p:sp>
        <p:nvSpPr>
          <p:cNvPr id="82" name="R7M"/>
          <p:cNvSpPr/>
          <p:nvPr/>
        </p:nvSpPr>
        <p:spPr>
          <a:xfrm>
            <a:off x="6477125" y="5144400"/>
            <a:ext cx="5257675" cy="320000"/>
          </a:xfrm>
          <a:prstGeom prst="rect">
            <a:avLst/>
          </a:prstGeom>
          <a:solidFill>
            <a:srgbClr val="FFFFFF"/>
          </a:solidFill>
          <a:ln w="9525">
            <a:solidFill>
              <a:srgbClr val="D0E4F5"/>
            </a:solidFill>
          </a:ln>
        </p:spPr>
        <p:txBody>
          <a:bodyPr lIns="182880" tIns="45720" rIns="182880" bIns="45720" anchor="ctr"/>
          <a:lstStyle/>
          <a:p>
            <a:r>
              <a:rPr lang="en-GB" sz="1000" dirty="0">
                <a:solidFill>
                  <a:srgbClr val="333333"/>
                </a:solidFill>
                <a:latin typeface="Segoe UI"/>
              </a:rPr>
              <a:t>Base layer — provides a foundation that unmanaged layers can extend</a:t>
            </a:r>
          </a:p>
        </p:txBody>
      </p:sp>
      <p:sp>
        <p:nvSpPr>
          <p:cNvPr id="90" name="R8L"/>
          <p:cNvSpPr/>
          <p:nvPr/>
        </p:nvSpPr>
        <p:spPr>
          <a:xfrm>
            <a:off x="457200" y="5464400"/>
            <a:ext cx="11277600" cy="270000"/>
          </a:xfrm>
          <a:prstGeom prst="rect">
            <a:avLst/>
          </a:prstGeom>
          <a:solidFill>
            <a:srgbClr val="1A87CD"/>
          </a:solidFill>
          <a:ln>
            <a:noFill/>
          </a:ln>
        </p:spPr>
        <p:txBody>
          <a:bodyPr lIns="182880" anchor="ctr"/>
          <a:lstStyle/>
          <a:p>
            <a:r>
              <a:rPr lang="en-GB" sz="1000" b="1" dirty="0">
                <a:solidFill>
                  <a:srgbClr val="FFFFFF"/>
                </a:solidFill>
                <a:latin typeface="Segoe UI"/>
              </a:rPr>
              <a:t>Production Use</a:t>
            </a:r>
          </a:p>
        </p:txBody>
      </p:sp>
      <p:sp>
        <p:nvSpPr>
          <p:cNvPr id="91" name="R8U"/>
          <p:cNvSpPr/>
          <p:nvPr/>
        </p:nvSpPr>
        <p:spPr>
          <a:xfrm>
            <a:off x="457200" y="573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Not suitable for production — intended for development use only</a:t>
            </a:r>
          </a:p>
        </p:txBody>
      </p:sp>
      <p:sp>
        <p:nvSpPr>
          <p:cNvPr id="92" name="R8M"/>
          <p:cNvSpPr/>
          <p:nvPr/>
        </p:nvSpPr>
        <p:spPr>
          <a:xfrm>
            <a:off x="6477125" y="5734400"/>
            <a:ext cx="5257675" cy="320000"/>
          </a:xfrm>
          <a:prstGeom prst="rect">
            <a:avLst/>
          </a:prstGeom>
          <a:solidFill>
            <a:srgbClr val="F2F7FF"/>
          </a:solidFill>
          <a:ln w="9525">
            <a:solidFill>
              <a:srgbClr val="D0E4F5"/>
            </a:solidFill>
          </a:ln>
        </p:spPr>
        <p:txBody>
          <a:bodyPr lIns="182880" tIns="45720" rIns="182880" bIns="45720" anchor="ctr"/>
          <a:lstStyle/>
          <a:p>
            <a:r>
              <a:rPr lang="en-GB" sz="1000" dirty="0">
                <a:solidFill>
                  <a:srgbClr val="333333"/>
                </a:solidFill>
                <a:latin typeface="Segoe UI"/>
              </a:rPr>
              <a:t>Designed for production — the correct deployment target for live environments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Solution Import Types</a:t>
            </a:r>
          </a:p>
        </p:txBody>
      </p:sp>
      <p:sp>
        <p:nvSpPr>
          <p:cNvPr id="10" name="UpdBg"/>
          <p:cNvSpPr/>
          <p:nvPr/>
        </p:nvSpPr>
        <p:spPr>
          <a:xfrm>
            <a:off x="457200" y="914400"/>
            <a:ext cx="5486400" cy="4267800"/>
          </a:xfrm>
          <a:prstGeom prst="rect">
            <a:avLst/>
          </a:prstGeom>
          <a:solidFill>
            <a:srgbClr val="F2F7FF"/>
          </a:solidFill>
          <a:ln w="19050">
            <a:solidFill>
              <a:srgbClr val="1A87CD"/>
            </a:solidFill>
          </a:ln>
        </p:spPr>
        <p:txBody>
          <a:bodyPr/>
          <a:lstStyle/>
          <a:p>
            <a:endParaRPr/>
          </a:p>
        </p:txBody>
      </p:sp>
      <p:sp>
        <p:nvSpPr>
          <p:cNvPr id="11" name="UpdHdr"/>
          <p:cNvSpPr/>
          <p:nvPr/>
        </p:nvSpPr>
        <p:spPr>
          <a:xfrm>
            <a:off x="457200" y="914400"/>
            <a:ext cx="5486400" cy="533400"/>
          </a:xfrm>
          <a:prstGeom prst="rect">
            <a:avLst/>
          </a:prstGeom>
          <a:solidFill>
            <a:srgbClr val="1A87CD"/>
          </a:solidFill>
          <a:ln>
            <a:noFill/>
          </a:ln>
        </p:spPr>
        <p:txBody>
          <a:bodyPr anchor="ctr"/>
          <a:lstStyle/>
          <a:p>
            <a:pPr algn="ctr"/>
            <a:r>
              <a:rPr lang="en-GB" sz="2000" b="1" dirty="0">
                <a:solidFill>
                  <a:srgbClr val="FFFFFF"/>
                </a:solidFill>
                <a:latin typeface="Segoe UI Black"/>
              </a:rPr>
              <a:t>Update</a:t>
            </a:r>
          </a:p>
        </p:txBody>
      </p:sp>
      <p:sp>
        <p:nvSpPr>
          <p:cNvPr id="12" name="UpdSub"/>
          <p:cNvSpPr/>
          <p:nvPr/>
        </p:nvSpPr>
        <p:spPr>
          <a:xfrm>
            <a:off x="457200" y="1447800"/>
            <a:ext cx="5486400" cy="304800"/>
          </a:xfrm>
          <a:prstGeom prst="rect">
            <a:avLst/>
          </a:prstGeom>
          <a:solidFill>
            <a:srgbClr val="EBF5FD"/>
          </a:solidFill>
          <a:ln>
            <a:noFill/>
          </a:ln>
        </p:spPr>
        <p:txBody>
          <a:bodyPr anchor="ctr"/>
          <a:lstStyle/>
          <a:p>
            <a:pPr algn="ctr"/>
            <a:r>
              <a:rPr lang="en-GB" sz="1000" i="1" dirty="0">
                <a:solidFill>
                  <a:srgbClr val="0761AD"/>
                </a:solidFill>
                <a:latin typeface="Segoe UI"/>
              </a:rPr>
              <a:t>Replace the existing solution immediately in-place</a:t>
            </a:r>
          </a:p>
        </p:txBody>
      </p:sp>
      <p:sp>
        <p:nvSpPr>
          <p:cNvPr id="13" name="UpdBody"/>
          <p:cNvSpPr txBox="1"/>
          <p:nvPr/>
        </p:nvSpPr>
        <p:spPr>
          <a:xfrm>
            <a:off x="495300" y="1790700"/>
            <a:ext cx="5410200" cy="3162600"/>
          </a:xfrm>
          <a:prstGeom prst="rect">
            <a:avLst/>
          </a:prstGeom>
          <a:noFill/>
        </p:spPr>
        <p:txBody>
          <a:bodyPr wrap="square" lIns="91440" tIns="91440" rIns="91440" bIns="91440"/>
          <a:lstStyle/>
          <a:p>
            <a:r>
              <a:rPr lang="en-GB" sz="1100" b="1" dirty="0">
                <a:solidFill>
                  <a:srgbClr val="1A87CD"/>
                </a:solidFill>
                <a:latin typeface="Segoe UI"/>
              </a:rPr>
              <a:t>What it does</a:t>
            </a:r>
          </a:p>
          <a:p>
            <a:pPr>
              <a:lnSpc>
                <a:spcPct val="115000"/>
              </a:lnSpc>
              <a:spcAft>
                <a:spcPts val="200"/>
              </a:spcAft>
            </a:pPr>
            <a:r>
              <a:rPr lang="en-GB" sz="1000" dirty="0">
                <a:solidFill>
                  <a:srgbClr val="333333"/>
                </a:solidFill>
                <a:latin typeface="Segoe UI"/>
              </a:rPr>
              <a:t>Overwrites the current version of the solution in the target environment immediately. Components present in the new version are added or updated. </a:t>
            </a:r>
            <a:r>
              <a:rPr lang="en-GB" sz="1000" b="1" dirty="0">
                <a:solidFill>
                  <a:srgbClr val="CC4400"/>
                </a:solidFill>
                <a:latin typeface="Segoe UI"/>
              </a:rPr>
              <a:t>Components that are no longer in the solution are NOT removed from the environment.</a:t>
            </a:r>
          </a:p>
          <a:p>
            <a:r>
              <a:rPr lang="en-GB" sz="400" dirty="0">
                <a:solidFill>
                  <a:srgbClr val="FFFFFF"/>
                </a:solidFill>
                <a:latin typeface="Segoe UI"/>
              </a:rPr>
              <a:t> </a:t>
            </a:r>
          </a:p>
          <a:p>
            <a:r>
              <a:rPr lang="en-GB" sz="1100" b="1" dirty="0">
                <a:solidFill>
                  <a:srgbClr val="1A87CD"/>
                </a:solidFill>
                <a:latin typeface="Segoe UI"/>
              </a:rPr>
              <a:t>Key behaviours</a:t>
            </a:r>
          </a:p>
          <a:p>
            <a:pPr>
              <a:lnSpc>
                <a:spcPct val="120000"/>
              </a:lnSpc>
            </a:pPr>
            <a:r>
              <a:rPr lang="en-GB" sz="1000" dirty="0">
                <a:solidFill>
                  <a:srgbClr val="444444"/>
                </a:solidFill>
                <a:latin typeface="Segoe UI"/>
              </a:rPr>
              <a:t>•  Works whether or not a prior version exists</a:t>
            </a:r>
          </a:p>
          <a:p>
            <a:pPr>
              <a:lnSpc>
                <a:spcPct val="120000"/>
              </a:lnSpc>
            </a:pPr>
            <a:r>
              <a:rPr lang="en-GB" sz="1000" dirty="0">
                <a:solidFill>
                  <a:srgbClr val="444444"/>
                </a:solidFill>
                <a:latin typeface="Segoe UI"/>
              </a:rPr>
              <a:t>•  Fastest import method</a:t>
            </a:r>
          </a:p>
          <a:p>
            <a:pPr>
              <a:lnSpc>
                <a:spcPct val="120000"/>
              </a:lnSpc>
            </a:pPr>
            <a:r>
              <a:rPr lang="en-GB" sz="1000" dirty="0">
                <a:solidFill>
                  <a:srgbClr val="444444"/>
                </a:solidFill>
                <a:latin typeface="Segoe UI"/>
              </a:rPr>
              <a:t>•  Deleted components remain — manual cleanup required</a:t>
            </a:r>
          </a:p>
          <a:p>
            <a:pPr>
              <a:lnSpc>
                <a:spcPct val="120000"/>
              </a:lnSpc>
            </a:pPr>
            <a:r>
              <a:rPr lang="en-GB" sz="1000" dirty="0">
                <a:solidFill>
                  <a:srgbClr val="444444"/>
                </a:solidFill>
                <a:latin typeface="Segoe UI"/>
              </a:rPr>
              <a:t>•  Can enable plug-in steps and flows on import</a:t>
            </a:r>
          </a:p>
          <a:p>
            <a:r>
              <a:rPr lang="en-GB" sz="400" dirty="0">
                <a:solidFill>
                  <a:srgbClr val="FFFFFF"/>
                </a:solidFill>
                <a:latin typeface="Segoe UI"/>
              </a:rPr>
              <a:t> </a:t>
            </a:r>
          </a:p>
          <a:p>
            <a:r>
              <a:rPr lang="en-GB" sz="1100" b="1" dirty="0">
                <a:solidFill>
                  <a:srgbClr val="1A87CD"/>
                </a:solidFill>
                <a:latin typeface="Segoe UI"/>
              </a:rPr>
              <a:t>Use when</a:t>
            </a:r>
          </a:p>
          <a:p>
            <a:pPr>
              <a:lnSpc>
                <a:spcPct val="120000"/>
              </a:lnSpc>
            </a:pPr>
            <a:r>
              <a:rPr lang="en-GB" sz="1000" dirty="0">
                <a:solidFill>
                  <a:srgbClr val="444444"/>
                </a:solidFill>
                <a:latin typeface="Segoe UI"/>
              </a:rPr>
              <a:t>•  First-time install into a new environment</a:t>
            </a:r>
          </a:p>
          <a:p>
            <a:pPr>
              <a:lnSpc>
                <a:spcPct val="120000"/>
              </a:lnSpc>
            </a:pPr>
            <a:r>
              <a:rPr lang="en-GB" sz="1000" dirty="0">
                <a:solidFill>
                  <a:srgbClr val="444444"/>
                </a:solidFill>
                <a:latin typeface="Segoe UI"/>
              </a:rPr>
              <a:t>•  Iterating quickly in Test or DEV</a:t>
            </a:r>
          </a:p>
          <a:p>
            <a:pPr>
              <a:lnSpc>
                <a:spcPct val="120000"/>
              </a:lnSpc>
            </a:pPr>
            <a:r>
              <a:rPr lang="en-GB" sz="1000" dirty="0">
                <a:solidFill>
                  <a:srgbClr val="444444"/>
                </a:solidFill>
                <a:latin typeface="Segoe UI"/>
              </a:rPr>
              <a:t>•  No components have been removed from the solution</a:t>
            </a:r>
          </a:p>
          <a:p>
            <a:pPr>
              <a:lnSpc>
                <a:spcPct val="120000"/>
              </a:lnSpc>
            </a:pPr>
            <a:r>
              <a:rPr lang="en-GB" sz="1000" dirty="0">
                <a:solidFill>
                  <a:srgbClr val="444444"/>
                </a:solidFill>
                <a:latin typeface="Segoe UI"/>
              </a:rPr>
              <a:t>•  Speed is the priority over clean removal</a:t>
            </a:r>
          </a:p>
        </p:txBody>
      </p:sp>
      <p:sp>
        <p:nvSpPr>
          <p:cNvPr id="20" name="UpgBg"/>
          <p:cNvSpPr/>
          <p:nvPr/>
        </p:nvSpPr>
        <p:spPr>
          <a:xfrm>
            <a:off x="6172200" y="914400"/>
            <a:ext cx="5562600" cy="4267800"/>
          </a:xfrm>
          <a:prstGeom prst="rect">
            <a:avLst/>
          </a:prstGeom>
          <a:solidFill>
            <a:srgbClr val="F2F7FF"/>
          </a:solidFill>
          <a:ln w="19050">
            <a:solidFill>
              <a:srgbClr val="0761AD"/>
            </a:solidFill>
          </a:ln>
        </p:spPr>
        <p:txBody>
          <a:bodyPr/>
          <a:lstStyle/>
          <a:p>
            <a:endParaRPr/>
          </a:p>
        </p:txBody>
      </p:sp>
      <p:sp>
        <p:nvSpPr>
          <p:cNvPr id="21" name="UpgHdr"/>
          <p:cNvSpPr/>
          <p:nvPr/>
        </p:nvSpPr>
        <p:spPr>
          <a:xfrm>
            <a:off x="6172200" y="914400"/>
            <a:ext cx="5562600" cy="533400"/>
          </a:xfrm>
          <a:prstGeom prst="rect">
            <a:avLst/>
          </a:prstGeom>
          <a:solidFill>
            <a:srgbClr val="0761AD"/>
          </a:solidFill>
          <a:ln>
            <a:noFill/>
          </a:ln>
        </p:spPr>
        <p:txBody>
          <a:bodyPr anchor="ctr"/>
          <a:lstStyle/>
          <a:p>
            <a:pPr algn="ctr"/>
            <a:r>
              <a:rPr lang="en-GB" sz="2000" b="1" dirty="0">
                <a:solidFill>
                  <a:srgbClr val="FFFFFF"/>
                </a:solidFill>
                <a:latin typeface="Segoe UI Black"/>
              </a:rPr>
              <a:t>Upgrade</a:t>
            </a:r>
          </a:p>
        </p:txBody>
      </p:sp>
      <p:sp>
        <p:nvSpPr>
          <p:cNvPr id="22" name="UpgSub"/>
          <p:cNvSpPr/>
          <p:nvPr/>
        </p:nvSpPr>
        <p:spPr>
          <a:xfrm>
            <a:off x="6172200" y="1447800"/>
            <a:ext cx="5562600" cy="304800"/>
          </a:xfrm>
          <a:prstGeom prst="rect">
            <a:avLst/>
          </a:prstGeom>
          <a:solidFill>
            <a:srgbClr val="EBF0FA"/>
          </a:solidFill>
          <a:ln>
            <a:noFill/>
          </a:ln>
        </p:spPr>
        <p:txBody>
          <a:bodyPr anchor="ctr"/>
          <a:lstStyle/>
          <a:p>
            <a:pPr algn="ctr"/>
            <a:r>
              <a:rPr lang="en-GB" sz="1000" i="1" dirty="0">
                <a:solidFill>
                  <a:srgbClr val="0761AD"/>
                </a:solidFill>
                <a:latin typeface="Segoe UI"/>
              </a:rPr>
              <a:t>Stage alongside old version, then cleanly replace</a:t>
            </a:r>
          </a:p>
        </p:txBody>
      </p:sp>
      <p:sp>
        <p:nvSpPr>
          <p:cNvPr id="23" name="UpgBodyTop"/>
          <p:cNvSpPr txBox="1"/>
          <p:nvPr/>
        </p:nvSpPr>
        <p:spPr>
          <a:xfrm>
            <a:off x="6210300" y="1790700"/>
            <a:ext cx="5486400" cy="800100"/>
          </a:xfrm>
          <a:prstGeom prst="rect">
            <a:avLst/>
          </a:prstGeom>
          <a:noFill/>
        </p:spPr>
        <p:txBody>
          <a:bodyPr wrap="square" lIns="91440" tIns="91440" rIns="91440" bIns="91440"/>
          <a:lstStyle/>
          <a:p>
            <a:r>
              <a:rPr lang="en-GB" sz="1100" b="1" dirty="0">
                <a:solidFill>
                  <a:srgbClr val="0761AD"/>
                </a:solidFill>
                <a:latin typeface="Segoe UI"/>
              </a:rPr>
              <a:t>What it does</a:t>
            </a:r>
          </a:p>
          <a:p>
            <a:pPr>
              <a:lnSpc>
                <a:spcPct val="115000"/>
              </a:lnSpc>
            </a:pPr>
            <a:r>
              <a:rPr lang="en-GB" sz="1000" dirty="0">
                <a:solidFill>
                  <a:srgbClr val="333333"/>
                </a:solidFill>
                <a:latin typeface="Segoe UI"/>
              </a:rPr>
              <a:t>Imports the new version alongside the existing solution as a staged upgrade (suffixed </a:t>
            </a:r>
            <a:r>
              <a:rPr lang="en-GB" sz="1000" b="1" dirty="0">
                <a:solidFill>
                  <a:srgbClr val="333333"/>
                </a:solidFill>
                <a:latin typeface="Segoe UI"/>
              </a:rPr>
              <a:t>_Upgrade</a:t>
            </a:r>
            <a:r>
              <a:rPr lang="en-GB" sz="1000" dirty="0">
                <a:solidFill>
                  <a:srgbClr val="333333"/>
                </a:solidFill>
                <a:latin typeface="Segoe UI"/>
              </a:rPr>
              <a:t>). On apply, the old solution and all removed components are deleted from the environment.</a:t>
            </a:r>
          </a:p>
        </p:txBody>
      </p:sp>
      <p:sp>
        <p:nvSpPr>
          <p:cNvPr id="30" name="SubCard1Bg"/>
          <p:cNvSpPr/>
          <p:nvPr/>
        </p:nvSpPr>
        <p:spPr>
          <a:xfrm>
            <a:off x="6210300" y="3543210"/>
            <a:ext cx="2705400" cy="1513495"/>
          </a:xfrm>
          <a:prstGeom prst="rect">
            <a:avLst/>
          </a:prstGeom>
          <a:solidFill>
            <a:srgbClr val="EBF0FA"/>
          </a:solidFill>
          <a:ln w="19050">
            <a:solidFill>
              <a:srgbClr val="0761AD"/>
            </a:solidFill>
          </a:ln>
        </p:spPr>
        <p:txBody>
          <a:bodyPr/>
          <a:lstStyle/>
          <a:p>
            <a:endParaRPr/>
          </a:p>
        </p:txBody>
      </p:sp>
      <p:sp>
        <p:nvSpPr>
          <p:cNvPr id="31" name="SubCard1Hdr"/>
          <p:cNvSpPr/>
          <p:nvPr/>
        </p:nvSpPr>
        <p:spPr>
          <a:xfrm>
            <a:off x="6210300" y="3543210"/>
            <a:ext cx="2705400" cy="304800"/>
          </a:xfrm>
          <a:prstGeom prst="rect">
            <a:avLst/>
          </a:prstGeom>
          <a:solidFill>
            <a:srgbClr val="0761AD"/>
          </a:solidFill>
          <a:ln>
            <a:noFill/>
          </a:ln>
        </p:spPr>
        <p:txBody>
          <a:bodyPr anchor="ctr"/>
          <a:lstStyle/>
          <a:p>
            <a:pPr algn="ctr"/>
            <a:r>
              <a:rPr lang="en-GB" sz="950" b="1" dirty="0">
                <a:solidFill>
                  <a:srgbClr val="FFFFFF"/>
                </a:solidFill>
                <a:latin typeface="Segoe UI"/>
              </a:rPr>
              <a:t>Upgrade (immediate)</a:t>
            </a:r>
          </a:p>
        </p:txBody>
      </p:sp>
      <p:sp>
        <p:nvSpPr>
          <p:cNvPr id="32" name="SubCard1Body"/>
          <p:cNvSpPr txBox="1"/>
          <p:nvPr/>
        </p:nvSpPr>
        <p:spPr>
          <a:xfrm>
            <a:off x="6248400" y="3886110"/>
            <a:ext cx="2629200" cy="1170595"/>
          </a:xfrm>
          <a:prstGeom prst="rect">
            <a:avLst/>
          </a:prstGeom>
          <a:noFill/>
        </p:spPr>
        <p:txBody>
          <a:bodyPr wrap="square" lIns="91440" tIns="57150" rIns="91440" bIns="57150"/>
          <a:lstStyle/>
          <a:p>
            <a:pPr>
              <a:lnSpc>
                <a:spcPct val="115000"/>
              </a:lnSpc>
            </a:pPr>
            <a:r>
              <a:rPr lang="en-GB" sz="900" dirty="0">
                <a:solidFill>
                  <a:srgbClr val="333333"/>
                </a:solidFill>
                <a:latin typeface="Segoe UI"/>
              </a:rPr>
              <a:t>Stages and applies the upgrade in a single import action. Old solution and removed components are deleted automatically on completion.</a:t>
            </a:r>
          </a:p>
          <a:p>
            <a:r>
              <a:rPr lang="en-GB" sz="300" dirty="0">
                <a:solidFill>
                  <a:srgbClr val="FFFFFF"/>
                </a:solidFill>
                <a:latin typeface="Segoe UI"/>
              </a:rPr>
              <a:t> </a:t>
            </a:r>
          </a:p>
          <a:p>
            <a:pPr>
              <a:lnSpc>
                <a:spcPct val="115000"/>
              </a:lnSpc>
            </a:pPr>
            <a:r>
              <a:rPr lang="en-GB" sz="900" b="1" dirty="0">
                <a:solidFill>
                  <a:srgbClr val="0761AD"/>
                </a:solidFill>
                <a:latin typeface="Segoe UI"/>
              </a:rPr>
              <a:t>Best for: </a:t>
            </a:r>
            <a:r>
              <a:rPr lang="en-GB" sz="900" dirty="0">
                <a:solidFill>
                  <a:srgbClr val="444444"/>
                </a:solidFill>
                <a:latin typeface="Segoe UI"/>
              </a:rPr>
              <a:t>standard Production and UAT deployments via the pipeline</a:t>
            </a:r>
          </a:p>
        </p:txBody>
      </p:sp>
      <p:sp>
        <p:nvSpPr>
          <p:cNvPr id="40" name="SubCard2Bg"/>
          <p:cNvSpPr/>
          <p:nvPr/>
        </p:nvSpPr>
        <p:spPr>
          <a:xfrm>
            <a:off x="8991600" y="3543691"/>
            <a:ext cx="2667300" cy="1513495"/>
          </a:xfrm>
          <a:prstGeom prst="rect">
            <a:avLst/>
          </a:prstGeom>
          <a:solidFill>
            <a:srgbClr val="EBF0FA"/>
          </a:solidFill>
          <a:ln w="19050">
            <a:solidFill>
              <a:srgbClr val="0761AD"/>
            </a:solidFill>
          </a:ln>
        </p:spPr>
        <p:txBody>
          <a:bodyPr/>
          <a:lstStyle/>
          <a:p>
            <a:endParaRPr/>
          </a:p>
        </p:txBody>
      </p:sp>
      <p:sp>
        <p:nvSpPr>
          <p:cNvPr id="41" name="SubCard2Hdr"/>
          <p:cNvSpPr/>
          <p:nvPr/>
        </p:nvSpPr>
        <p:spPr>
          <a:xfrm>
            <a:off x="8991600" y="3543691"/>
            <a:ext cx="2667300" cy="304800"/>
          </a:xfrm>
          <a:prstGeom prst="rect">
            <a:avLst/>
          </a:prstGeom>
          <a:solidFill>
            <a:srgbClr val="0F3460"/>
          </a:solidFill>
          <a:ln>
            <a:noFill/>
          </a:ln>
        </p:spPr>
        <p:txBody>
          <a:bodyPr anchor="ctr"/>
          <a:lstStyle/>
          <a:p>
            <a:pPr algn="ctr"/>
            <a:r>
              <a:rPr lang="en-GB" sz="950" b="1" dirty="0">
                <a:solidFill>
                  <a:srgbClr val="FFFFFF"/>
                </a:solidFill>
                <a:latin typeface="Segoe UI"/>
              </a:rPr>
              <a:t>Stage for Upgrade</a:t>
            </a:r>
          </a:p>
        </p:txBody>
      </p:sp>
      <p:sp>
        <p:nvSpPr>
          <p:cNvPr id="42" name="SubCard2Body"/>
          <p:cNvSpPr txBox="1"/>
          <p:nvPr/>
        </p:nvSpPr>
        <p:spPr>
          <a:xfrm>
            <a:off x="9029700" y="3886591"/>
            <a:ext cx="2591100" cy="952499"/>
          </a:xfrm>
          <a:prstGeom prst="rect">
            <a:avLst/>
          </a:prstGeom>
          <a:noFill/>
        </p:spPr>
        <p:txBody>
          <a:bodyPr wrap="square" lIns="91440" tIns="57150" rIns="91440" bIns="57150"/>
          <a:lstStyle/>
          <a:p>
            <a:pPr>
              <a:lnSpc>
                <a:spcPct val="115000"/>
              </a:lnSpc>
            </a:pPr>
            <a:r>
              <a:rPr lang="en-GB" sz="900" dirty="0">
                <a:solidFill>
                  <a:srgbClr val="333333"/>
                </a:solidFill>
                <a:latin typeface="Segoe UI"/>
              </a:rPr>
              <a:t>Imports the new version but holds both solutions. You manually select </a:t>
            </a:r>
            <a:r>
              <a:rPr lang="en-GB" sz="900" b="1" dirty="0">
                <a:solidFill>
                  <a:srgbClr val="333333"/>
                </a:solidFill>
                <a:latin typeface="Segoe UI"/>
              </a:rPr>
              <a:t>Apply Solution Upgrade</a:t>
            </a:r>
            <a:r>
              <a:rPr lang="en-GB" sz="900" dirty="0">
                <a:solidFill>
                  <a:srgbClr val="333333"/>
                </a:solidFill>
                <a:latin typeface="Segoe UI"/>
              </a:rPr>
              <a:t> when ready.</a:t>
            </a:r>
          </a:p>
          <a:p>
            <a:r>
              <a:rPr lang="en-GB" sz="300" dirty="0">
                <a:solidFill>
                  <a:srgbClr val="FFFFFF"/>
                </a:solidFill>
                <a:latin typeface="Segoe UI"/>
              </a:rPr>
              <a:t> </a:t>
            </a:r>
          </a:p>
          <a:p>
            <a:pPr>
              <a:lnSpc>
                <a:spcPct val="115000"/>
              </a:lnSpc>
            </a:pPr>
            <a:r>
              <a:rPr lang="en-GB" sz="900" b="1" dirty="0">
                <a:solidFill>
                  <a:srgbClr val="0761AD"/>
                </a:solidFill>
                <a:latin typeface="Segoe UI"/>
              </a:rPr>
              <a:t>Best for: </a:t>
            </a:r>
            <a:r>
              <a:rPr lang="en-GB" sz="900" dirty="0">
                <a:solidFill>
                  <a:srgbClr val="444444"/>
                </a:solidFill>
                <a:latin typeface="Segoe UI"/>
              </a:rPr>
              <a:t>data migration before cutover, or manual validation before applying</a:t>
            </a:r>
          </a:p>
        </p:txBody>
      </p:sp>
      <p:sp>
        <p:nvSpPr>
          <p:cNvPr id="50" name="UpgUseWhen"/>
          <p:cNvSpPr txBox="1"/>
          <p:nvPr/>
        </p:nvSpPr>
        <p:spPr>
          <a:xfrm>
            <a:off x="6210300" y="2618096"/>
            <a:ext cx="5486400" cy="800100"/>
          </a:xfrm>
          <a:prstGeom prst="rect">
            <a:avLst/>
          </a:prstGeom>
          <a:noFill/>
        </p:spPr>
        <p:txBody>
          <a:bodyPr wrap="square" lIns="91440" tIns="91440" rIns="91440" bIns="91440"/>
          <a:lstStyle/>
          <a:p>
            <a:r>
              <a:rPr lang="en-GB" sz="1100" b="1" dirty="0">
                <a:solidFill>
                  <a:srgbClr val="0761AD"/>
                </a:solidFill>
                <a:latin typeface="Segoe UI"/>
              </a:rPr>
              <a:t>Use when</a:t>
            </a:r>
          </a:p>
          <a:p>
            <a:pPr>
              <a:lnSpc>
                <a:spcPct val="120000"/>
              </a:lnSpc>
            </a:pPr>
            <a:r>
              <a:rPr lang="en-GB" sz="1000" dirty="0">
                <a:solidFill>
                  <a:srgbClr val="444444"/>
                </a:solidFill>
                <a:latin typeface="Segoe UI"/>
              </a:rPr>
              <a:t>•  Deploying to Production or UAT</a:t>
            </a:r>
          </a:p>
          <a:p>
            <a:pPr>
              <a:lnSpc>
                <a:spcPct val="120000"/>
              </a:lnSpc>
            </a:pPr>
            <a:r>
              <a:rPr lang="en-GB" sz="1000" dirty="0">
                <a:solidFill>
                  <a:srgbClr val="444444"/>
                </a:solidFill>
                <a:latin typeface="Segoe UI"/>
              </a:rPr>
              <a:t>•  Components have been removed and must be deleted from the target</a:t>
            </a:r>
          </a:p>
          <a:p>
            <a:pPr>
              <a:lnSpc>
                <a:spcPct val="120000"/>
              </a:lnSpc>
            </a:pPr>
            <a:r>
              <a:rPr lang="en-GB" sz="1000" dirty="0">
                <a:solidFill>
                  <a:srgbClr val="444444"/>
                </a:solidFill>
                <a:latin typeface="Segoe UI"/>
              </a:rPr>
              <a:t>•  A controlled, auditable deployment is required</a:t>
            </a:r>
          </a:p>
        </p:txBody>
      </p:sp>
      <p:sp>
        <p:nvSpPr>
          <p:cNvPr id="60" name="GuideBg"/>
          <p:cNvSpPr/>
          <p:nvPr/>
        </p:nvSpPr>
        <p:spPr>
          <a:xfrm>
            <a:off x="457200" y="5295900"/>
            <a:ext cx="11277600" cy="1066800"/>
          </a:xfrm>
          <a:prstGeom prst="rect">
            <a:avLst/>
          </a:prstGeom>
          <a:solidFill>
            <a:srgbClr val="0F1F3D"/>
          </a:solidFill>
          <a:ln>
            <a:noFill/>
          </a:ln>
        </p:spPr>
        <p:txBody>
          <a:bodyPr/>
          <a:lstStyle/>
          <a:p>
            <a:endParaRPr/>
          </a:p>
        </p:txBody>
      </p:sp>
      <p:sp>
        <p:nvSpPr>
          <p:cNvPr id="61" name="GuideHdr"/>
          <p:cNvSpPr/>
          <p:nvPr/>
        </p:nvSpPr>
        <p:spPr>
          <a:xfrm>
            <a:off x="457200" y="5295900"/>
            <a:ext cx="11277600" cy="304800"/>
          </a:xfrm>
          <a:prstGeom prst="rect">
            <a:avLst/>
          </a:prstGeom>
          <a:solidFill>
            <a:srgbClr val="0761AD"/>
          </a:solidFill>
          <a:ln>
            <a:noFill/>
          </a:ln>
        </p:spPr>
        <p:txBody>
          <a:bodyPr lIns="182880" anchor="ctr"/>
          <a:lstStyle/>
          <a:p>
            <a:r>
              <a:rPr lang="en-GB" sz="1100" b="1" dirty="0">
                <a:solidFill>
                  <a:srgbClr val="FFFFFF"/>
                </a:solidFill>
                <a:latin typeface="Segoe UI"/>
              </a:rPr>
              <a:t>Quick Decision Guide</a:t>
            </a:r>
          </a:p>
        </p:txBody>
      </p:sp>
      <p:sp>
        <p:nvSpPr>
          <p:cNvPr id="62" name="DC1"/>
          <p:cNvSpPr/>
          <p:nvPr/>
        </p:nvSpPr>
        <p:spPr>
          <a:xfrm>
            <a:off x="457200" y="5600700"/>
            <a:ext cx="5486400" cy="762000"/>
          </a:xfrm>
          <a:prstGeom prst="rect">
            <a:avLst/>
          </a:prstGeom>
          <a:solidFill>
            <a:srgbClr val="0F2340"/>
          </a:solidFill>
          <a:ln w="9525">
            <a:solidFill>
              <a:srgbClr val="1A87CD"/>
            </a:solidFill>
          </a:ln>
        </p:spPr>
        <p:txBody>
          <a:bodyPr lIns="182880" tIns="91440" rIns="182880" bIns="91440"/>
          <a:lstStyle/>
          <a:p>
            <a:r>
              <a:rPr lang="en-GB" sz="1000" b="1" dirty="0">
                <a:solidFill>
                  <a:srgbClr val="1A87CD"/>
                </a:solidFill>
                <a:latin typeface="Segoe UI"/>
              </a:rPr>
              <a:t>New environment, fast iteration, or no component removals?</a:t>
            </a:r>
          </a:p>
          <a:p>
            <a:pPr marL="182880"/>
            <a:r>
              <a:rPr lang="en-GB" sz="1000" dirty="0">
                <a:solidFill>
                  <a:srgbClr val="AAAAAA"/>
                </a:solidFill>
                <a:latin typeface="Segoe UI"/>
              </a:rPr>
              <a:t>→  Use </a:t>
            </a:r>
            <a:r>
              <a:rPr lang="en-GB" sz="1000" b="1" dirty="0">
                <a:solidFill>
                  <a:srgbClr val="1A87CD"/>
                </a:solidFill>
                <a:latin typeface="Segoe UI"/>
              </a:rPr>
              <a:t>Update</a:t>
            </a:r>
          </a:p>
        </p:txBody>
      </p:sp>
      <p:sp>
        <p:nvSpPr>
          <p:cNvPr id="63" name="DC2"/>
          <p:cNvSpPr/>
          <p:nvPr/>
        </p:nvSpPr>
        <p:spPr>
          <a:xfrm>
            <a:off x="6172200" y="5600700"/>
            <a:ext cx="5562600" cy="762000"/>
          </a:xfrm>
          <a:prstGeom prst="rect">
            <a:avLst/>
          </a:prstGeom>
          <a:solidFill>
            <a:srgbClr val="0F2340"/>
          </a:solidFill>
          <a:ln w="9525">
            <a:solidFill>
              <a:srgbClr val="5B9BD5"/>
            </a:solidFill>
          </a:ln>
        </p:spPr>
        <p:txBody>
          <a:bodyPr lIns="182880" tIns="91440" rIns="182880" bIns="91440"/>
          <a:lstStyle/>
          <a:p>
            <a:r>
              <a:rPr lang="en-GB" sz="1000" b="1" dirty="0">
                <a:solidFill>
                  <a:srgbClr val="5B9BD5"/>
                </a:solidFill>
                <a:latin typeface="Segoe UI"/>
              </a:rPr>
              <a:t>Production or UAT deployment, or components have been removed?</a:t>
            </a:r>
          </a:p>
          <a:p>
            <a:pPr marL="182880"/>
            <a:r>
              <a:rPr lang="en-GB" sz="1000" dirty="0">
                <a:solidFill>
                  <a:srgbClr val="AAAAAA"/>
                </a:solidFill>
                <a:latin typeface="Segoe UI"/>
              </a:rPr>
              <a:t>→  Always use </a:t>
            </a:r>
            <a:r>
              <a:rPr lang="en-GB" sz="1000" b="1" dirty="0">
                <a:solidFill>
                  <a:srgbClr val="5B9BD5"/>
                </a:solidFill>
                <a:latin typeface="Segoe UI"/>
              </a:rPr>
              <a:t>Upgrade</a:t>
            </a:r>
            <a:r>
              <a:rPr lang="en-GB" sz="1000" dirty="0">
                <a:solidFill>
                  <a:srgbClr val="AAAAAA"/>
                </a:solidFill>
                <a:latin typeface="Segoe UI"/>
              </a:rPr>
              <a:t> (recommended by Microsoft)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Solution Layers</a:t>
            </a:r>
          </a:p>
        </p:txBody>
      </p:sp>
      <p:sp>
        <p:nvSpPr>
          <p:cNvPr id="10" name="DefBg"/>
          <p:cNvSpPr/>
          <p:nvPr/>
        </p:nvSpPr>
        <p:spPr>
          <a:xfrm>
            <a:off x="457200" y="914400"/>
            <a:ext cx="5181600" cy="457200"/>
          </a:xfrm>
          <a:prstGeom prst="rect">
            <a:avLst/>
          </a:prstGeom>
          <a:solidFill>
            <a:srgbClr val="EBF5FB"/>
          </a:solidFill>
          <a:ln w="19050">
            <a:solidFill>
              <a:srgbClr val="00CBBB"/>
            </a:solidFill>
          </a:ln>
        </p:spPr>
        <p:txBody>
          <a:bodyPr/>
          <a:lstStyle/>
          <a:p>
            <a:endParaRPr/>
          </a:p>
        </p:txBody>
      </p:sp>
      <p:sp>
        <p:nvSpPr>
          <p:cNvPr id="11" name="DefAccent"/>
          <p:cNvSpPr/>
          <p:nvPr/>
        </p:nvSpPr>
        <p:spPr>
          <a:xfrm>
            <a:off x="457200" y="914400"/>
            <a:ext cx="57150" cy="457200"/>
          </a:xfrm>
          <a:prstGeom prst="rect">
            <a:avLst/>
          </a:prstGeom>
          <a:solidFill>
            <a:srgbClr val="00CBBB"/>
          </a:solidFill>
          <a:ln>
            <a:noFill/>
          </a:ln>
        </p:spPr>
        <p:txBody>
          <a:bodyPr/>
          <a:lstStyle/>
          <a:p>
            <a:endParaRPr/>
          </a:p>
        </p:txBody>
      </p:sp>
      <p:sp>
        <p:nvSpPr>
          <p:cNvPr id="12" name="DefText"/>
          <p:cNvSpPr txBox="1"/>
          <p:nvPr/>
        </p:nvSpPr>
        <p:spPr>
          <a:xfrm>
            <a:off x="533400" y="914400"/>
            <a:ext cx="5105400" cy="457200"/>
          </a:xfrm>
          <a:prstGeom prst="rect">
            <a:avLst/>
          </a:prstGeom>
          <a:noFill/>
        </p:spPr>
        <p:txBody>
          <a:bodyPr lIns="91440" tIns="57150" rIns="91440" bIns="57150" anchor="ctr"/>
          <a:lstStyle/>
          <a:p>
            <a:r>
              <a:rPr lang="en-GB" sz="1050" dirty="0">
                <a:solidFill>
                  <a:srgbClr val="333333"/>
                </a:solidFill>
                <a:latin typeface="Segoe UI"/>
              </a:rPr>
              <a:t>Solutions exist at different </a:t>
            </a:r>
            <a:r>
              <a:rPr lang="en-GB" sz="1050" b="1" dirty="0">
                <a:solidFill>
                  <a:srgbClr val="0761AD"/>
                </a:solidFill>
                <a:latin typeface="Segoe UI"/>
              </a:rPr>
              <a:t>layer levels</a:t>
            </a:r>
            <a:r>
              <a:rPr lang="en-GB" sz="1050" dirty="0">
                <a:solidFill>
                  <a:srgbClr val="333333"/>
                </a:solidFill>
                <a:latin typeface="Segoe UI"/>
              </a:rPr>
              <a:t> within a Power Platform environment. The topmost layer always wins at runtime.</a:t>
            </a:r>
          </a:p>
        </p:txBody>
      </p:sp>
      <p:sp>
        <p:nvSpPr>
          <p:cNvPr id="20" name="StackLbl"/>
          <p:cNvSpPr txBox="1"/>
          <p:nvPr/>
        </p:nvSpPr>
        <p:spPr>
          <a:xfrm>
            <a:off x="457200" y="1447800"/>
            <a:ext cx="5181600" cy="228600"/>
          </a:xfrm>
          <a:prstGeom prst="rect">
            <a:avLst/>
          </a:prstGeom>
          <a:noFill/>
        </p:spPr>
        <p:txBody>
          <a:bodyPr lIns="91440" anchor="ctr"/>
          <a:lstStyle/>
          <a:p>
            <a:r>
              <a:rPr lang="en-GB" sz="900" b="1" dirty="0">
                <a:solidFill>
                  <a:srgbClr val="888888"/>
                </a:solidFill>
                <a:latin typeface="Segoe UI"/>
              </a:rPr>
              <a:t>▲  RUNTIME ACTIVE (top layer wins)  ▲</a:t>
            </a:r>
          </a:p>
        </p:txBody>
      </p:sp>
      <p:sp>
        <p:nvSpPr>
          <p:cNvPr id="21" name="L1Bg"/>
          <p:cNvSpPr/>
          <p:nvPr/>
        </p:nvSpPr>
        <p:spPr>
          <a:xfrm>
            <a:off x="457200" y="1676400"/>
            <a:ext cx="5181600" cy="476250"/>
          </a:xfrm>
          <a:prstGeom prst="rect">
            <a:avLst/>
          </a:prstGeom>
          <a:solidFill>
            <a:srgbClr val="E8F8F7"/>
          </a:solidFill>
          <a:ln w="25400">
            <a:solidFill>
              <a:srgbClr val="00CBBB"/>
            </a:solidFill>
          </a:ln>
        </p:spPr>
        <p:txBody>
          <a:bodyPr/>
          <a:lstStyle/>
          <a:p>
            <a:endParaRPr/>
          </a:p>
        </p:txBody>
      </p:sp>
      <p:sp>
        <p:nvSpPr>
          <p:cNvPr id="22" name="L1Badge"/>
          <p:cNvSpPr/>
          <p:nvPr/>
        </p:nvSpPr>
        <p:spPr>
          <a:xfrm>
            <a:off x="457200" y="1676400"/>
            <a:ext cx="647700" cy="476250"/>
          </a:xfrm>
          <a:prstGeom prst="rect">
            <a:avLst/>
          </a:prstGeom>
          <a:solidFill>
            <a:srgbClr val="00CBBB"/>
          </a:solidFill>
          <a:ln>
            <a:noFill/>
          </a:ln>
        </p:spPr>
        <p:txBody>
          <a:bodyPr anchor="ctr"/>
          <a:lstStyle/>
          <a:p>
            <a:pPr algn="ctr"/>
            <a:r>
              <a:rPr lang="en-GB" sz="850" b="1" dirty="0">
                <a:solidFill>
                  <a:srgbClr val="FFFFFF"/>
                </a:solidFill>
                <a:latin typeface="Segoe UI"/>
              </a:rPr>
              <a:t>Active</a:t>
            </a:r>
          </a:p>
        </p:txBody>
      </p:sp>
      <p:sp>
        <p:nvSpPr>
          <p:cNvPr id="23" name="L1Text"/>
          <p:cNvSpPr txBox="1"/>
          <p:nvPr/>
        </p:nvSpPr>
        <p:spPr>
          <a:xfrm>
            <a:off x="1142850" y="1676400"/>
            <a:ext cx="4457550" cy="476250"/>
          </a:xfrm>
          <a:prstGeom prst="rect">
            <a:avLst/>
          </a:prstGeom>
          <a:noFill/>
        </p:spPr>
        <p:txBody>
          <a:bodyPr lIns="91440" tIns="57150" rIns="91440" bIns="57150" anchor="ctr"/>
          <a:lstStyle/>
          <a:p>
            <a:r>
              <a:rPr lang="en-GB" sz="1050" b="1" dirty="0">
                <a:solidFill>
                  <a:srgbClr val="00CBBB"/>
                </a:solidFill>
                <a:latin typeface="Segoe UI"/>
              </a:rPr>
              <a:t>Unmanaged Layer</a:t>
            </a:r>
          </a:p>
          <a:p>
            <a:r>
              <a:rPr lang="en-GB" sz="900" dirty="0">
                <a:solidFill>
                  <a:srgbClr val="444444"/>
                </a:solidFill>
                <a:latin typeface="Segoe UI"/>
              </a:rPr>
              <a:t>All unmanaged solutions and direct customisations. Single layer. DEV environments only.</a:t>
            </a:r>
          </a:p>
        </p:txBody>
      </p:sp>
      <p:sp>
        <p:nvSpPr>
          <p:cNvPr id="30" name="L2Bg"/>
          <p:cNvSpPr/>
          <p:nvPr/>
        </p:nvSpPr>
        <p:spPr>
          <a:xfrm>
            <a:off x="457200" y="2190150"/>
            <a:ext cx="5181600" cy="438150"/>
          </a:xfrm>
          <a:prstGeom prst="rect">
            <a:avLst/>
          </a:prstGeom>
          <a:solidFill>
            <a:srgbClr val="EBF2FA"/>
          </a:solidFill>
          <a:ln w="19050">
            <a:solidFill>
              <a:srgbClr val="1A87CD"/>
            </a:solidFill>
          </a:ln>
        </p:spPr>
        <p:txBody>
          <a:bodyPr/>
          <a:lstStyle/>
          <a:p>
            <a:endParaRPr/>
          </a:p>
        </p:txBody>
      </p:sp>
      <p:sp>
        <p:nvSpPr>
          <p:cNvPr id="31" name="L2Badge"/>
          <p:cNvSpPr/>
          <p:nvPr/>
        </p:nvSpPr>
        <p:spPr>
          <a:xfrm>
            <a:off x="457200" y="2190150"/>
            <a:ext cx="647700" cy="438150"/>
          </a:xfrm>
          <a:prstGeom prst="rect">
            <a:avLst/>
          </a:prstGeom>
          <a:solidFill>
            <a:srgbClr val="1A87CD"/>
          </a:solidFill>
          <a:ln>
            <a:noFill/>
          </a:ln>
        </p:spPr>
        <p:txBody>
          <a:bodyPr anchor="ctr"/>
          <a:lstStyle/>
          <a:p>
            <a:pPr algn="ctr"/>
            <a:r>
              <a:rPr lang="en-GB" sz="800" b="1" dirty="0">
                <a:solidFill>
                  <a:srgbClr val="FFFFFF"/>
                </a:solidFill>
                <a:latin typeface="Segoe UI"/>
              </a:rPr>
              <a:t>Last in</a:t>
            </a:r>
          </a:p>
        </p:txBody>
      </p:sp>
      <p:sp>
        <p:nvSpPr>
          <p:cNvPr id="32" name="L2Text"/>
          <p:cNvSpPr txBox="1"/>
          <p:nvPr/>
        </p:nvSpPr>
        <p:spPr>
          <a:xfrm>
            <a:off x="1142850" y="2190150"/>
            <a:ext cx="4457550" cy="438150"/>
          </a:xfrm>
          <a:prstGeom prst="rect">
            <a:avLst/>
          </a:prstGeom>
          <a:noFill/>
        </p:spPr>
        <p:txBody>
          <a:bodyPr lIns="91440" tIns="57150" rIns="91440" bIns="57150" anchor="ctr"/>
          <a:lstStyle/>
          <a:p>
            <a:r>
              <a:rPr lang="en-GB" sz="1050" b="1" dirty="0">
                <a:solidFill>
                  <a:srgbClr val="1A87CD"/>
                </a:solidFill>
                <a:latin typeface="Segoe UI"/>
              </a:rPr>
              <a:t>Managed Solution (most recently installed)</a:t>
            </a:r>
          </a:p>
          <a:p>
            <a:r>
              <a:rPr lang="en-GB" sz="900" dirty="0">
                <a:solidFill>
                  <a:srgbClr val="444444"/>
                </a:solidFill>
                <a:latin typeface="Segoe UI"/>
              </a:rPr>
              <a:t>Can customise any solution installed below it. “Last one wins” for conflicts.</a:t>
            </a:r>
          </a:p>
        </p:txBody>
      </p:sp>
      <p:sp>
        <p:nvSpPr>
          <p:cNvPr id="40" name="L3Bg"/>
          <p:cNvSpPr/>
          <p:nvPr/>
        </p:nvSpPr>
        <p:spPr>
          <a:xfrm>
            <a:off x="457200" y="2666550"/>
            <a:ext cx="5181600" cy="438150"/>
          </a:xfrm>
          <a:prstGeom prst="rect">
            <a:avLst/>
          </a:prstGeom>
          <a:solidFill>
            <a:srgbClr val="EBF0FA"/>
          </a:solidFill>
          <a:ln w="19050">
            <a:solidFill>
              <a:srgbClr val="0761AD"/>
            </a:solidFill>
          </a:ln>
        </p:spPr>
        <p:txBody>
          <a:bodyPr/>
          <a:lstStyle/>
          <a:p>
            <a:endParaRPr/>
          </a:p>
        </p:txBody>
      </p:sp>
      <p:sp>
        <p:nvSpPr>
          <p:cNvPr id="41" name="L3Badge"/>
          <p:cNvSpPr/>
          <p:nvPr/>
        </p:nvSpPr>
        <p:spPr>
          <a:xfrm>
            <a:off x="457200" y="2666550"/>
            <a:ext cx="647700" cy="438150"/>
          </a:xfrm>
          <a:prstGeom prst="rect">
            <a:avLst/>
          </a:prstGeom>
          <a:solidFill>
            <a:srgbClr val="0761AD"/>
          </a:solidFill>
          <a:ln>
            <a:noFill/>
          </a:ln>
        </p:spPr>
        <p:txBody>
          <a:bodyPr anchor="ctr"/>
          <a:lstStyle/>
          <a:p>
            <a:pPr algn="ctr"/>
            <a:r>
              <a:rPr lang="en-GB" sz="800" b="1" dirty="0">
                <a:solidFill>
                  <a:srgbClr val="FFFFFF"/>
                </a:solidFill>
                <a:latin typeface="Segoe UI"/>
              </a:rPr>
              <a:t>First in</a:t>
            </a:r>
          </a:p>
        </p:txBody>
      </p:sp>
      <p:sp>
        <p:nvSpPr>
          <p:cNvPr id="42" name="L3Text"/>
          <p:cNvSpPr txBox="1"/>
          <p:nvPr/>
        </p:nvSpPr>
        <p:spPr>
          <a:xfrm>
            <a:off x="1142850" y="2666550"/>
            <a:ext cx="4457550" cy="438150"/>
          </a:xfrm>
          <a:prstGeom prst="rect">
            <a:avLst/>
          </a:prstGeom>
          <a:noFill/>
        </p:spPr>
        <p:txBody>
          <a:bodyPr lIns="91440" tIns="57150" rIns="91440" bIns="57150" anchor="ctr"/>
          <a:lstStyle/>
          <a:p>
            <a:r>
              <a:rPr lang="en-GB" sz="1050" b="1" dirty="0">
                <a:solidFill>
                  <a:srgbClr val="0761AD"/>
                </a:solidFill>
                <a:latin typeface="Segoe UI"/>
              </a:rPr>
              <a:t>Managed Solution (first installed)</a:t>
            </a:r>
          </a:p>
          <a:p>
            <a:r>
              <a:rPr lang="en-GB" sz="900" dirty="0">
                <a:solidFill>
                  <a:srgbClr val="444444"/>
                </a:solidFill>
                <a:latin typeface="Segoe UI"/>
              </a:rPr>
              <a:t>Base managed layer. Restored if the layer above is uninstalled.</a:t>
            </a:r>
          </a:p>
        </p:txBody>
      </p:sp>
      <p:sp>
        <p:nvSpPr>
          <p:cNvPr id="50" name="L4Bg"/>
          <p:cNvSpPr/>
          <p:nvPr/>
        </p:nvSpPr>
        <p:spPr>
          <a:xfrm>
            <a:off x="457200" y="3142950"/>
            <a:ext cx="5181600" cy="419100"/>
          </a:xfrm>
          <a:prstGeom prst="rect">
            <a:avLst/>
          </a:prstGeom>
          <a:solidFill>
            <a:srgbClr val="E8EEF7"/>
          </a:solidFill>
          <a:ln w="19050">
            <a:solidFill>
              <a:srgbClr val="6C8EBF"/>
            </a:solidFill>
          </a:ln>
        </p:spPr>
        <p:txBody>
          <a:bodyPr/>
          <a:lstStyle/>
          <a:p>
            <a:endParaRPr/>
          </a:p>
        </p:txBody>
      </p:sp>
      <p:sp>
        <p:nvSpPr>
          <p:cNvPr id="51" name="L4Badge"/>
          <p:cNvSpPr/>
          <p:nvPr/>
        </p:nvSpPr>
        <p:spPr>
          <a:xfrm>
            <a:off x="457200" y="3142950"/>
            <a:ext cx="647700" cy="419100"/>
          </a:xfrm>
          <a:prstGeom prst="rect">
            <a:avLst/>
          </a:prstGeom>
          <a:solidFill>
            <a:srgbClr val="6C8EBF"/>
          </a:solidFill>
          <a:ln>
            <a:noFill/>
          </a:ln>
        </p:spPr>
        <p:txBody>
          <a:bodyPr anchor="ctr"/>
          <a:lstStyle/>
          <a:p>
            <a:pPr algn="ctr"/>
            <a:r>
              <a:rPr lang="en-GB" sz="800" b="1" dirty="0">
                <a:solidFill>
                  <a:srgbClr val="FFFFFF"/>
                </a:solidFill>
                <a:latin typeface="Segoe UI"/>
              </a:rPr>
              <a:t>Base</a:t>
            </a:r>
          </a:p>
        </p:txBody>
      </p:sp>
      <p:sp>
        <p:nvSpPr>
          <p:cNvPr id="52" name="L4Text"/>
          <p:cNvSpPr txBox="1"/>
          <p:nvPr/>
        </p:nvSpPr>
        <p:spPr>
          <a:xfrm>
            <a:off x="1142850" y="3142950"/>
            <a:ext cx="4457550" cy="419100"/>
          </a:xfrm>
          <a:prstGeom prst="rect">
            <a:avLst/>
          </a:prstGeom>
          <a:noFill/>
        </p:spPr>
        <p:txBody>
          <a:bodyPr lIns="91440" tIns="57150" rIns="91440" bIns="57150" anchor="ctr"/>
          <a:lstStyle/>
          <a:p>
            <a:r>
              <a:rPr lang="en-GB" sz="1050" b="1" dirty="0">
                <a:solidFill>
                  <a:srgbClr val="6C8EBF"/>
                </a:solidFill>
                <a:latin typeface="Segoe UI"/>
              </a:rPr>
              <a:t>System Layer</a:t>
            </a:r>
          </a:p>
          <a:p>
            <a:r>
              <a:rPr lang="en-GB" sz="900" dirty="0">
                <a:solidFill>
                  <a:srgbClr val="555555"/>
                </a:solidFill>
                <a:latin typeface="Segoe UI"/>
              </a:rPr>
              <a:t>Platform tables and components. Cannot be removed. Always at the base.</a:t>
            </a:r>
          </a:p>
        </p:txBody>
      </p:sp>
      <p:sp>
        <p:nvSpPr>
          <p:cNvPr id="53" name="BottomLbl"/>
          <p:cNvSpPr txBox="1"/>
          <p:nvPr/>
        </p:nvSpPr>
        <p:spPr>
          <a:xfrm>
            <a:off x="457200" y="3562050"/>
            <a:ext cx="5181600" cy="190500"/>
          </a:xfrm>
          <a:prstGeom prst="rect">
            <a:avLst/>
          </a:prstGeom>
          <a:noFill/>
        </p:spPr>
        <p:txBody>
          <a:bodyPr lIns="91440" anchor="ctr"/>
          <a:lstStyle/>
          <a:p>
            <a:r>
              <a:rPr lang="en-GB" sz="900" b="1" dirty="0">
                <a:solidFill>
                  <a:srgbClr val="888888"/>
                </a:solidFill>
                <a:latin typeface="Segoe UI"/>
              </a:rPr>
              <a:t>▼  BASE (system foundation)  ▼</a:t>
            </a:r>
          </a:p>
        </p:txBody>
      </p:sp>
      <p:sp>
        <p:nvSpPr>
          <p:cNvPr id="60" name="KCBg"/>
          <p:cNvSpPr/>
          <p:nvPr/>
        </p:nvSpPr>
        <p:spPr>
          <a:xfrm>
            <a:off x="457200" y="3847800"/>
            <a:ext cx="5181600" cy="1986662"/>
          </a:xfrm>
          <a:prstGeom prst="rect">
            <a:avLst/>
          </a:prstGeom>
          <a:solidFill>
            <a:srgbClr val="F2F7FF"/>
          </a:solidFill>
          <a:ln w="9525">
            <a:solidFill>
              <a:srgbClr val="D0E4F5"/>
            </a:solidFill>
          </a:ln>
        </p:spPr>
        <p:txBody>
          <a:bodyPr/>
          <a:lstStyle/>
          <a:p>
            <a:endParaRPr/>
          </a:p>
        </p:txBody>
      </p:sp>
      <p:sp>
        <p:nvSpPr>
          <p:cNvPr id="61" name="KCHdr"/>
          <p:cNvSpPr/>
          <p:nvPr/>
        </p:nvSpPr>
        <p:spPr>
          <a:xfrm>
            <a:off x="457200" y="3847800"/>
            <a:ext cx="5181600" cy="304800"/>
          </a:xfrm>
          <a:prstGeom prst="rect">
            <a:avLst/>
          </a:prstGeom>
          <a:solidFill>
            <a:srgbClr val="0761AD"/>
          </a:solidFill>
          <a:ln>
            <a:noFill/>
          </a:ln>
        </p:spPr>
        <p:txBody>
          <a:bodyPr lIns="182880" anchor="ctr"/>
          <a:lstStyle/>
          <a:p>
            <a:r>
              <a:rPr lang="en-GB" sz="1100" b="1" dirty="0">
                <a:solidFill>
                  <a:srgbClr val="FFFFFF"/>
                </a:solidFill>
                <a:latin typeface="Segoe UI"/>
              </a:rPr>
              <a:t>Key Behaviours</a:t>
            </a:r>
          </a:p>
        </p:txBody>
      </p:sp>
      <p:sp>
        <p:nvSpPr>
          <p:cNvPr id="62" name="KCBody"/>
          <p:cNvSpPr txBox="1"/>
          <p:nvPr/>
        </p:nvSpPr>
        <p:spPr>
          <a:xfrm>
            <a:off x="495300" y="4190700"/>
            <a:ext cx="5105400" cy="1643762"/>
          </a:xfrm>
          <a:prstGeom prst="rect">
            <a:avLst/>
          </a:prstGeom>
          <a:noFill/>
        </p:spPr>
        <p:txBody>
          <a:bodyPr wrap="square" lIns="91440" tIns="57150" rIns="91440" bIns="57150"/>
          <a:lstStyle/>
          <a:p>
            <a:pPr>
              <a:lnSpc>
                <a:spcPct val="120000"/>
              </a:lnSpc>
              <a:spcAft>
                <a:spcPts val="150"/>
              </a:spcAft>
            </a:pPr>
            <a:r>
              <a:rPr lang="en-GB" sz="950" dirty="0">
                <a:solidFill>
                  <a:srgbClr val="444444"/>
                </a:solidFill>
                <a:latin typeface="Segoe UI"/>
              </a:rPr>
              <a:t>•  </a:t>
            </a:r>
            <a:r>
              <a:rPr lang="en-GB" sz="950" b="1" dirty="0">
                <a:solidFill>
                  <a:srgbClr val="0761AD"/>
                </a:solidFill>
                <a:latin typeface="Segoe UI"/>
              </a:rPr>
              <a:t>Last one wins:</a:t>
            </a:r>
            <a:r>
              <a:rPr lang="en-GB" sz="950" dirty="0">
                <a:solidFill>
                  <a:srgbClr val="444444"/>
                </a:solidFill>
                <a:latin typeface="Segoe UI"/>
              </a:rPr>
              <a:t> when two managed solutions conflict, the most recently installed solution’s definition applies at runtime</a:t>
            </a:r>
          </a:p>
          <a:p>
            <a:pPr>
              <a:lnSpc>
                <a:spcPct val="120000"/>
              </a:lnSpc>
              <a:spcAft>
                <a:spcPts val="150"/>
              </a:spcAft>
            </a:pPr>
            <a:r>
              <a:rPr lang="en-GB" sz="950" dirty="0">
                <a:solidFill>
                  <a:srgbClr val="444444"/>
                </a:solidFill>
                <a:latin typeface="Segoe UI"/>
              </a:rPr>
              <a:t>•  </a:t>
            </a:r>
            <a:r>
              <a:rPr lang="en-GB" sz="950" b="1" dirty="0">
                <a:solidFill>
                  <a:srgbClr val="0761AD"/>
                </a:solidFill>
                <a:latin typeface="Segoe UI"/>
              </a:rPr>
              <a:t>Merge logic:</a:t>
            </a:r>
            <a:r>
              <a:rPr lang="en-GB" sz="950" dirty="0">
                <a:solidFill>
                  <a:srgbClr val="444444"/>
                </a:solidFill>
                <a:latin typeface="Segoe UI"/>
              </a:rPr>
              <a:t> for some component types (e.g. forms, ribbons) Dataverse merges changes rather than replacing them</a:t>
            </a:r>
          </a:p>
          <a:p>
            <a:pPr>
              <a:lnSpc>
                <a:spcPct val="120000"/>
              </a:lnSpc>
              <a:spcAft>
                <a:spcPts val="150"/>
              </a:spcAft>
            </a:pPr>
            <a:r>
              <a:rPr lang="en-GB" sz="950" dirty="0">
                <a:solidFill>
                  <a:srgbClr val="444444"/>
                </a:solidFill>
                <a:latin typeface="Segoe UI"/>
              </a:rPr>
              <a:t>•  </a:t>
            </a:r>
            <a:r>
              <a:rPr lang="en-GB" sz="950" b="1" dirty="0">
                <a:solidFill>
                  <a:srgbClr val="0761AD"/>
                </a:solidFill>
                <a:latin typeface="Segoe UI"/>
              </a:rPr>
              <a:t>Uninstall behaviour:</a:t>
            </a:r>
            <a:r>
              <a:rPr lang="en-GB" sz="950" dirty="0">
                <a:solidFill>
                  <a:srgbClr val="444444"/>
                </a:solidFill>
                <a:latin typeface="Segoe UI"/>
              </a:rPr>
              <a:t> removing a managed solution restores the layer below; removing all managed solutions falls back to the system layer</a:t>
            </a:r>
          </a:p>
          <a:p>
            <a:pPr>
              <a:lnSpc>
                <a:spcPct val="120000"/>
              </a:lnSpc>
              <a:spcAft>
                <a:spcPts val="150"/>
              </a:spcAft>
            </a:pPr>
            <a:r>
              <a:rPr lang="en-GB" sz="950" dirty="0">
                <a:solidFill>
                  <a:srgbClr val="444444"/>
                </a:solidFill>
                <a:latin typeface="Segoe UI"/>
              </a:rPr>
              <a:t>•  </a:t>
            </a:r>
            <a:r>
              <a:rPr lang="en-GB" sz="950" b="1" dirty="0">
                <a:solidFill>
                  <a:srgbClr val="0761AD"/>
                </a:solidFill>
                <a:latin typeface="Segoe UI"/>
              </a:rPr>
              <a:t>Avoid component overlap:</a:t>
            </a:r>
            <a:r>
              <a:rPr lang="en-GB" sz="950" dirty="0">
                <a:solidFill>
                  <a:srgbClr val="444444"/>
                </a:solidFill>
                <a:latin typeface="Segoe UI"/>
              </a:rPr>
              <a:t> do not include the same component in more than one unmanaged solution</a:t>
            </a:r>
          </a:p>
        </p:txBody>
      </p:sp>
      <p:sp>
        <p:nvSpPr>
          <p:cNvPr id="70" name="RPanelBg"/>
          <p:cNvSpPr/>
          <p:nvPr/>
        </p:nvSpPr>
        <p:spPr>
          <a:xfrm>
            <a:off x="6858000" y="914400"/>
            <a:ext cx="4876800" cy="4648200"/>
          </a:xfrm>
          <a:prstGeom prst="rect">
            <a:avLst/>
          </a:prstGeom>
          <a:solidFill>
            <a:srgbClr val="F2F7FF"/>
          </a:solidFill>
          <a:ln w="19050">
            <a:solidFill>
              <a:srgbClr val="0761AD"/>
            </a:solidFill>
          </a:ln>
        </p:spPr>
        <p:txBody>
          <a:bodyPr/>
          <a:lstStyle/>
          <a:p>
            <a:endParaRPr/>
          </a:p>
        </p:txBody>
      </p:sp>
      <p:sp>
        <p:nvSpPr>
          <p:cNvPr id="71" name="RPanelHdr"/>
          <p:cNvSpPr/>
          <p:nvPr/>
        </p:nvSpPr>
        <p:spPr>
          <a:xfrm>
            <a:off x="6858000" y="914400"/>
            <a:ext cx="4876800" cy="380250"/>
          </a:xfrm>
          <a:prstGeom prst="rect">
            <a:avLst/>
          </a:prstGeom>
          <a:solidFill>
            <a:srgbClr val="0761AD"/>
          </a:solidFill>
          <a:ln>
            <a:noFill/>
          </a:ln>
        </p:spPr>
        <p:txBody>
          <a:bodyPr lIns="182880" anchor="ctr"/>
          <a:lstStyle/>
          <a:p>
            <a:r>
              <a:rPr lang="en-GB" sz="1200" b="1" dirty="0">
                <a:solidFill>
                  <a:srgbClr val="FFFFFF"/>
                </a:solidFill>
                <a:latin typeface="Segoe UI"/>
              </a:rPr>
              <a:t>Working with Layers as a Developer</a:t>
            </a:r>
          </a:p>
        </p:txBody>
      </p:sp>
      <p:sp>
        <p:nvSpPr>
          <p:cNvPr id="80" name="ViewHdr"/>
          <p:cNvSpPr/>
          <p:nvPr/>
        </p:nvSpPr>
        <p:spPr>
          <a:xfrm>
            <a:off x="6858000" y="1333500"/>
            <a:ext cx="4876800" cy="266700"/>
          </a:xfrm>
          <a:prstGeom prst="rect">
            <a:avLst/>
          </a:prstGeom>
          <a:solidFill>
            <a:srgbClr val="1A87CD"/>
          </a:solidFill>
          <a:ln>
            <a:noFill/>
          </a:ln>
        </p:spPr>
        <p:txBody>
          <a:bodyPr lIns="182880" anchor="ctr"/>
          <a:lstStyle/>
          <a:p>
            <a:r>
              <a:rPr lang="en-GB" sz="1000" b="1" dirty="0">
                <a:solidFill>
                  <a:srgbClr val="FFFFFF"/>
                </a:solidFill>
                <a:latin typeface="Segoe UI"/>
              </a:rPr>
              <a:t>🔍  How to View Solution Layers</a:t>
            </a:r>
          </a:p>
        </p:txBody>
      </p:sp>
      <p:sp>
        <p:nvSpPr>
          <p:cNvPr id="81" name="ViewSteps"/>
          <p:cNvSpPr txBox="1"/>
          <p:nvPr/>
        </p:nvSpPr>
        <p:spPr>
          <a:xfrm>
            <a:off x="6896100" y="1638300"/>
            <a:ext cx="4800600" cy="1409700"/>
          </a:xfrm>
          <a:prstGeom prst="rect">
            <a:avLst/>
          </a:prstGeom>
          <a:noFill/>
        </p:spPr>
        <p:txBody>
          <a:bodyPr wrap="square" lIns="91440" tIns="57150" rIns="91440" bIns="57150"/>
          <a:lstStyle/>
          <a:p>
            <a:pPr>
              <a:lnSpc>
                <a:spcPct val="115000"/>
              </a:lnSpc>
              <a:spcAft>
                <a:spcPts val="120"/>
              </a:spcAft>
            </a:pPr>
            <a:r>
              <a:rPr lang="en-GB" sz="1000" b="1" dirty="0">
                <a:solidFill>
                  <a:srgbClr val="1A87CD"/>
                </a:solidFill>
                <a:latin typeface="Segoe UI"/>
              </a:rPr>
              <a:t>1.  </a:t>
            </a:r>
            <a:r>
              <a:rPr lang="en-GB" sz="1000" dirty="0">
                <a:solidFill>
                  <a:srgbClr val="333333"/>
                </a:solidFill>
                <a:latin typeface="Segoe UI"/>
              </a:rPr>
              <a:t>Go to </a:t>
            </a:r>
            <a:r>
              <a:rPr lang="en-GB" sz="1000" b="1" dirty="0">
                <a:solidFill>
                  <a:srgbClr val="333333"/>
                </a:solidFill>
                <a:latin typeface="Segoe UI"/>
              </a:rPr>
              <a:t>make.powerapps.com</a:t>
            </a:r>
            <a:r>
              <a:rPr lang="en-GB" sz="1000" dirty="0">
                <a:solidFill>
                  <a:srgbClr val="333333"/>
                </a:solidFill>
                <a:latin typeface="Segoe UI"/>
              </a:rPr>
              <a:t> and select </a:t>
            </a:r>
            <a:r>
              <a:rPr lang="en-GB" sz="1000" b="1" dirty="0">
                <a:solidFill>
                  <a:srgbClr val="333333"/>
                </a:solidFill>
                <a:latin typeface="Segoe UI"/>
              </a:rPr>
              <a:t>Solutions</a:t>
            </a:r>
          </a:p>
          <a:p>
            <a:pPr>
              <a:lnSpc>
                <a:spcPct val="115000"/>
              </a:lnSpc>
              <a:spcAft>
                <a:spcPts val="120"/>
              </a:spcAft>
            </a:pPr>
            <a:r>
              <a:rPr lang="en-GB" sz="1000" b="1" dirty="0">
                <a:solidFill>
                  <a:srgbClr val="1A87CD"/>
                </a:solidFill>
                <a:latin typeface="Segoe UI"/>
              </a:rPr>
              <a:t>2.  </a:t>
            </a:r>
            <a:r>
              <a:rPr lang="en-GB" sz="1000" dirty="0">
                <a:solidFill>
                  <a:srgbClr val="333333"/>
                </a:solidFill>
                <a:latin typeface="Segoe UI"/>
              </a:rPr>
              <a:t>Open your solution and select a component (e.g. a table)</a:t>
            </a:r>
          </a:p>
          <a:p>
            <a:pPr>
              <a:lnSpc>
                <a:spcPct val="115000"/>
              </a:lnSpc>
              <a:spcAft>
                <a:spcPts val="120"/>
              </a:spcAft>
            </a:pPr>
            <a:r>
              <a:rPr lang="en-GB" sz="1000" b="1" dirty="0">
                <a:solidFill>
                  <a:srgbClr val="1A87CD"/>
                </a:solidFill>
                <a:latin typeface="Segoe UI"/>
              </a:rPr>
              <a:t>3.  </a:t>
            </a:r>
            <a:r>
              <a:rPr lang="en-GB" sz="1000" dirty="0">
                <a:solidFill>
                  <a:srgbClr val="333333"/>
                </a:solidFill>
                <a:latin typeface="Segoe UI"/>
              </a:rPr>
              <a:t>On the command bar select </a:t>
            </a:r>
            <a:r>
              <a:rPr lang="en-GB" sz="1000" b="1" dirty="0">
                <a:solidFill>
                  <a:srgbClr val="333333"/>
                </a:solidFill>
                <a:latin typeface="Segoe UI"/>
              </a:rPr>
              <a:t>Advanced &gt; See solution layers</a:t>
            </a:r>
          </a:p>
          <a:p>
            <a:pPr>
              <a:lnSpc>
                <a:spcPct val="115000"/>
              </a:lnSpc>
              <a:spcAft>
                <a:spcPts val="120"/>
              </a:spcAft>
            </a:pPr>
            <a:r>
              <a:rPr lang="en-GB" sz="1000" b="1" dirty="0">
                <a:solidFill>
                  <a:srgbClr val="1A87CD"/>
                </a:solidFill>
                <a:latin typeface="Segoe UI"/>
              </a:rPr>
              <a:t>4.  </a:t>
            </a:r>
            <a:r>
              <a:rPr lang="en-GB" sz="1000" dirty="0">
                <a:solidFill>
                  <a:srgbClr val="333333"/>
                </a:solidFill>
                <a:latin typeface="Segoe UI"/>
              </a:rPr>
              <a:t>All layers for that component are shown, newest at the top. The </a:t>
            </a:r>
            <a:r>
              <a:rPr lang="en-GB" sz="1000" b="1" dirty="0">
                <a:solidFill>
                  <a:srgbClr val="333333"/>
                </a:solidFill>
                <a:latin typeface="Segoe UI"/>
              </a:rPr>
              <a:t>Active</a:t>
            </a:r>
            <a:r>
              <a:rPr lang="en-GB" sz="1000" dirty="0">
                <a:solidFill>
                  <a:srgbClr val="333333"/>
                </a:solidFill>
                <a:latin typeface="Segoe UI"/>
              </a:rPr>
              <a:t> layer determines runtime behaviour</a:t>
            </a:r>
          </a:p>
          <a:p>
            <a:pPr>
              <a:lnSpc>
                <a:spcPct val="115000"/>
              </a:lnSpc>
            </a:pPr>
            <a:r>
              <a:rPr lang="en-GB" sz="1000" b="1" dirty="0">
                <a:solidFill>
                  <a:srgbClr val="1A87CD"/>
                </a:solidFill>
                <a:latin typeface="Segoe UI"/>
              </a:rPr>
              <a:t>5.  </a:t>
            </a:r>
            <a:r>
              <a:rPr lang="en-GB" sz="1000" dirty="0">
                <a:solidFill>
                  <a:srgbClr val="333333"/>
                </a:solidFill>
                <a:latin typeface="Segoe UI"/>
              </a:rPr>
              <a:t>Select a layer to inspect its properties. Use </a:t>
            </a:r>
            <a:r>
              <a:rPr lang="en-GB" sz="1000" b="1" dirty="0">
                <a:solidFill>
                  <a:srgbClr val="333333"/>
                </a:solidFill>
                <a:latin typeface="Segoe UI"/>
              </a:rPr>
              <a:t>Updated</a:t>
            </a:r>
            <a:r>
              <a:rPr lang="en-GB" sz="1000" dirty="0">
                <a:solidFill>
                  <a:srgbClr val="333333"/>
                </a:solidFill>
                <a:latin typeface="Segoe UI"/>
              </a:rPr>
              <a:t> tab for changes only, or </a:t>
            </a:r>
            <a:r>
              <a:rPr lang="en-GB" sz="1000" b="1" dirty="0">
                <a:solidFill>
                  <a:srgbClr val="333333"/>
                </a:solidFill>
                <a:latin typeface="Segoe UI"/>
              </a:rPr>
              <a:t>All Properties</a:t>
            </a:r>
            <a:r>
              <a:rPr lang="en-GB" sz="1000" dirty="0">
                <a:solidFill>
                  <a:srgbClr val="333333"/>
                </a:solidFill>
                <a:latin typeface="Segoe UI"/>
              </a:rPr>
              <a:t> for everything</a:t>
            </a:r>
          </a:p>
        </p:txBody>
      </p:sp>
      <p:sp>
        <p:nvSpPr>
          <p:cNvPr id="82" name="Div"/>
          <p:cNvSpPr/>
          <p:nvPr/>
        </p:nvSpPr>
        <p:spPr>
          <a:xfrm>
            <a:off x="6896100" y="3085050"/>
            <a:ext cx="4800600" cy="19050"/>
          </a:xfrm>
          <a:prstGeom prst="rect">
            <a:avLst/>
          </a:prstGeom>
          <a:solidFill>
            <a:srgbClr val="D0E4F5"/>
          </a:solidFill>
          <a:ln>
            <a:noFill/>
          </a:ln>
        </p:spPr>
        <p:txBody>
          <a:bodyPr/>
          <a:lstStyle/>
          <a:p>
            <a:endParaRPr/>
          </a:p>
        </p:txBody>
      </p:sp>
      <p:sp>
        <p:nvSpPr>
          <p:cNvPr id="83" name="TshootHdr"/>
          <p:cNvSpPr/>
          <p:nvPr/>
        </p:nvSpPr>
        <p:spPr>
          <a:xfrm>
            <a:off x="6858000" y="3142950"/>
            <a:ext cx="4876800" cy="266700"/>
          </a:xfrm>
          <a:prstGeom prst="rect">
            <a:avLst/>
          </a:prstGeom>
          <a:solidFill>
            <a:srgbClr val="1A87CD"/>
          </a:solidFill>
          <a:ln>
            <a:noFill/>
          </a:ln>
        </p:spPr>
        <p:txBody>
          <a:bodyPr lIns="182880" anchor="ctr"/>
          <a:lstStyle/>
          <a:p>
            <a:r>
              <a:rPr lang="en-GB" sz="1000" b="1" dirty="0">
                <a:solidFill>
                  <a:srgbClr val="FFFFFF"/>
                </a:solidFill>
                <a:latin typeface="Segoe UI"/>
              </a:rPr>
              <a:t>🛠  Use Solution Layers for Troubleshooting</a:t>
            </a:r>
          </a:p>
        </p:txBody>
      </p:sp>
      <p:sp>
        <p:nvSpPr>
          <p:cNvPr id="84" name="TshootBody"/>
          <p:cNvSpPr txBox="1"/>
          <p:nvPr/>
        </p:nvSpPr>
        <p:spPr>
          <a:xfrm>
            <a:off x="6896100" y="3447750"/>
            <a:ext cx="4800600" cy="609600"/>
          </a:xfrm>
          <a:prstGeom prst="rect">
            <a:avLst/>
          </a:prstGeom>
          <a:noFill/>
        </p:spPr>
        <p:txBody>
          <a:bodyPr wrap="square" lIns="91440" tIns="57150" rIns="91440" bIns="57150"/>
          <a:lstStyle/>
          <a:p>
            <a:pPr>
              <a:lnSpc>
                <a:spcPct val="120000"/>
              </a:lnSpc>
              <a:spcAft>
                <a:spcPts val="120"/>
              </a:spcAft>
            </a:pPr>
            <a:r>
              <a:rPr lang="en-GB" sz="950" dirty="0">
                <a:solidFill>
                  <a:srgbClr val="444444"/>
                </a:solidFill>
                <a:latin typeface="Segoe UI"/>
              </a:rPr>
              <a:t>•  Identify which solution introduced a specific change to a component</a:t>
            </a:r>
          </a:p>
          <a:p>
            <a:pPr>
              <a:lnSpc>
                <a:spcPct val="120000"/>
              </a:lnSpc>
              <a:spcAft>
                <a:spcPts val="120"/>
              </a:spcAft>
            </a:pPr>
            <a:r>
              <a:rPr lang="en-GB" sz="950" dirty="0">
                <a:solidFill>
                  <a:srgbClr val="444444"/>
                </a:solidFill>
                <a:latin typeface="Segoe UI"/>
              </a:rPr>
              <a:t>•  Diagnose unexpected component behaviour caused by layering conflicts</a:t>
            </a:r>
          </a:p>
          <a:p>
            <a:pPr>
              <a:lnSpc>
                <a:spcPct val="120000"/>
              </a:lnSpc>
            </a:pPr>
            <a:r>
              <a:rPr lang="en-GB" sz="950" dirty="0">
                <a:solidFill>
                  <a:srgbClr val="444444"/>
                </a:solidFill>
                <a:latin typeface="Segoe UI"/>
              </a:rPr>
              <a:t>•  Resolve dependency issues during solution import failures</a:t>
            </a:r>
          </a:p>
        </p:txBody>
      </p:sp>
      <p:sp>
        <p:nvSpPr>
          <p:cNvPr id="90" name="WarnBg"/>
          <p:cNvSpPr/>
          <p:nvPr/>
        </p:nvSpPr>
        <p:spPr>
          <a:xfrm>
            <a:off x="6858000" y="4114800"/>
            <a:ext cx="4876800" cy="1447800"/>
          </a:xfrm>
          <a:prstGeom prst="rect">
            <a:avLst/>
          </a:prstGeom>
          <a:solidFill>
            <a:srgbClr val="FFF8EC"/>
          </a:solidFill>
          <a:ln w="19050">
            <a:solidFill>
              <a:srgbClr val="C55A11"/>
            </a:solidFill>
          </a:ln>
        </p:spPr>
        <p:txBody>
          <a:bodyPr/>
          <a:lstStyle/>
          <a:p>
            <a:endParaRPr/>
          </a:p>
        </p:txBody>
      </p:sp>
      <p:sp>
        <p:nvSpPr>
          <p:cNvPr id="91" name="WarnAccent"/>
          <p:cNvSpPr/>
          <p:nvPr/>
        </p:nvSpPr>
        <p:spPr>
          <a:xfrm>
            <a:off x="6858000" y="4114800"/>
            <a:ext cx="57150" cy="1447800"/>
          </a:xfrm>
          <a:prstGeom prst="rect">
            <a:avLst/>
          </a:prstGeom>
          <a:solidFill>
            <a:srgbClr val="C55A11"/>
          </a:solidFill>
          <a:ln>
            <a:noFill/>
          </a:ln>
        </p:spPr>
        <p:txBody>
          <a:bodyPr/>
          <a:lstStyle/>
          <a:p>
            <a:endParaRPr/>
          </a:p>
        </p:txBody>
      </p:sp>
      <p:sp>
        <p:nvSpPr>
          <p:cNvPr id="92" name="WarnBody"/>
          <p:cNvSpPr txBox="1"/>
          <p:nvPr/>
        </p:nvSpPr>
        <p:spPr>
          <a:xfrm>
            <a:off x="6953400" y="4152900"/>
            <a:ext cx="4743000" cy="1371600"/>
          </a:xfrm>
          <a:prstGeom prst="rect">
            <a:avLst/>
          </a:prstGeom>
          <a:noFill/>
        </p:spPr>
        <p:txBody>
          <a:bodyPr wrap="square" lIns="91440" tIns="91440" rIns="91440" bIns="91440"/>
          <a:lstStyle/>
          <a:p>
            <a:r>
              <a:rPr lang="en-GB" sz="1000" b="1" dirty="0">
                <a:solidFill>
                  <a:srgbClr val="C55A11"/>
                </a:solidFill>
                <a:latin typeface="Segoe UI"/>
              </a:rPr>
              <a:t>⚠  Removing an Unmanaged Layer</a:t>
            </a:r>
          </a:p>
          <a:p>
            <a:pPr>
              <a:lnSpc>
                <a:spcPct val="115000"/>
              </a:lnSpc>
              <a:spcAft>
                <a:spcPts val="120"/>
              </a:spcAft>
            </a:pPr>
            <a:r>
              <a:rPr lang="en-GB" sz="950" dirty="0">
                <a:solidFill>
                  <a:srgbClr val="444444"/>
                </a:solidFill>
                <a:latin typeface="Segoe UI"/>
              </a:rPr>
              <a:t>To remove: open the solution → select the component → </a:t>
            </a:r>
            <a:r>
              <a:rPr lang="en-GB" sz="950" b="1" dirty="0">
                <a:solidFill>
                  <a:srgbClr val="333333"/>
                </a:solidFill>
                <a:latin typeface="Segoe UI"/>
              </a:rPr>
              <a:t>See solution layers</a:t>
            </a:r>
            <a:r>
              <a:rPr lang="en-GB" sz="950" dirty="0">
                <a:solidFill>
                  <a:srgbClr val="444444"/>
                </a:solidFill>
                <a:latin typeface="Segoe UI"/>
              </a:rPr>
              <a:t> → select the unmanaged layer → </a:t>
            </a:r>
            <a:r>
              <a:rPr lang="en-GB" sz="950" b="1" dirty="0">
                <a:solidFill>
                  <a:srgbClr val="333333"/>
                </a:solidFill>
                <a:latin typeface="Segoe UI"/>
              </a:rPr>
              <a:t>Remove active customizations</a:t>
            </a:r>
          </a:p>
          <a:p>
            <a:pPr>
              <a:lnSpc>
                <a:spcPct val="115000"/>
              </a:lnSpc>
              <a:spcAft>
                <a:spcPts val="120"/>
              </a:spcAft>
            </a:pPr>
            <a:r>
              <a:rPr lang="en-GB" sz="950" dirty="0">
                <a:solidFill>
                  <a:srgbClr val="444444"/>
                </a:solidFill>
                <a:latin typeface="Segoe UI"/>
              </a:rPr>
              <a:t>•  This action </a:t>
            </a:r>
            <a:r>
              <a:rPr lang="en-GB" sz="950" b="1" dirty="0">
                <a:solidFill>
                  <a:srgbClr val="C55A11"/>
                </a:solidFill>
                <a:latin typeface="Segoe UI"/>
              </a:rPr>
              <a:t>cannot be reversed</a:t>
            </a:r>
            <a:r>
              <a:rPr lang="en-GB" sz="950" dirty="0">
                <a:solidFill>
                  <a:srgbClr val="444444"/>
                </a:solidFill>
                <a:latin typeface="Segoe UI"/>
              </a:rPr>
              <a:t> — all data associated with the unmanaged customisation can be lost</a:t>
            </a:r>
          </a:p>
          <a:p>
            <a:pPr>
              <a:lnSpc>
                <a:spcPct val="115000"/>
              </a:lnSpc>
            </a:pPr>
            <a:r>
              <a:rPr lang="en-GB" sz="950" dirty="0">
                <a:solidFill>
                  <a:srgbClr val="444444"/>
                </a:solidFill>
                <a:latin typeface="Segoe UI"/>
              </a:rPr>
              <a:t>•  If the unmanaged layer is the only layer, you must delete the component itself instead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Power Platform CLI (PAC CLI)</a:t>
            </a:r>
          </a:p>
        </p:txBody>
      </p:sp>
      <p:sp>
        <p:nvSpPr>
          <p:cNvPr id="10" name="DefBg"/>
          <p:cNvSpPr/>
          <p:nvPr/>
        </p:nvSpPr>
        <p:spPr>
          <a:xfrm>
            <a:off x="457200" y="914400"/>
            <a:ext cx="11277600" cy="457200"/>
          </a:xfrm>
          <a:prstGeom prst="rect">
            <a:avLst/>
          </a:prstGeom>
          <a:solidFill>
            <a:srgbClr val="EBF5FB"/>
          </a:solidFill>
          <a:ln w="19050">
            <a:solidFill>
              <a:srgbClr val="00CBBB"/>
            </a:solidFill>
          </a:ln>
        </p:spPr>
        <p:txBody>
          <a:bodyPr/>
          <a:lstStyle/>
          <a:p>
            <a:endParaRPr/>
          </a:p>
        </p:txBody>
      </p:sp>
      <p:sp>
        <p:nvSpPr>
          <p:cNvPr id="11" name="DefAccent"/>
          <p:cNvSpPr/>
          <p:nvPr/>
        </p:nvSpPr>
        <p:spPr>
          <a:xfrm>
            <a:off x="457200" y="914400"/>
            <a:ext cx="57150" cy="457200"/>
          </a:xfrm>
          <a:prstGeom prst="rect">
            <a:avLst/>
          </a:prstGeom>
          <a:solidFill>
            <a:srgbClr val="00CBBB"/>
          </a:solidFill>
          <a:ln>
            <a:noFill/>
          </a:ln>
        </p:spPr>
        <p:txBody>
          <a:bodyPr/>
          <a:lstStyle/>
          <a:p>
            <a:endParaRPr/>
          </a:p>
        </p:txBody>
      </p:sp>
      <p:sp>
        <p:nvSpPr>
          <p:cNvPr id="12" name="DefText"/>
          <p:cNvSpPr txBox="1"/>
          <p:nvPr/>
        </p:nvSpPr>
        <p:spPr>
          <a:xfrm>
            <a:off x="571500" y="914400"/>
            <a:ext cx="11163300" cy="457200"/>
          </a:xfrm>
          <a:prstGeom prst="rect">
            <a:avLst/>
          </a:prstGeom>
          <a:noFill/>
        </p:spPr>
        <p:txBody>
          <a:bodyPr wrap="square" lIns="91440" tIns="57150" rIns="91440" bIns="57150" anchor="ctr"/>
          <a:lstStyle/>
          <a:p>
            <a:r>
              <a:rPr lang="en-GB" sz="1100" b="1" dirty="0">
                <a:solidFill>
                  <a:srgbClr val="0761AD"/>
                </a:solidFill>
                <a:latin typeface="Segoe UI"/>
              </a:rPr>
              <a:t>PAC CLI </a:t>
            </a:r>
            <a:r>
              <a:rPr lang="en-GB" sz="1100" dirty="0">
                <a:solidFill>
                  <a:srgbClr val="333333"/>
                </a:solidFill>
                <a:latin typeface="Segoe UI"/>
              </a:rPr>
              <a:t>is a cross-platform command-line tool for automating and scripting Power Platform administration, ALM, and development tasks. It is the foundation for the Azure DevOps Build Tools and GitHub Actions pipelines, and can also be used locally for day-to-day developer workflows.</a:t>
            </a:r>
          </a:p>
        </p:txBody>
      </p:sp>
      <p:sp>
        <p:nvSpPr>
          <p:cNvPr id="20" name="InstHdr"/>
          <p:cNvSpPr/>
          <p:nvPr/>
        </p:nvSpPr>
        <p:spPr>
          <a:xfrm>
            <a:off x="457200" y="1542190"/>
            <a:ext cx="11277600" cy="285750"/>
          </a:xfrm>
          <a:prstGeom prst="rect">
            <a:avLst/>
          </a:prstGeom>
          <a:solidFill>
            <a:srgbClr val="0761AD"/>
          </a:solidFill>
          <a:ln>
            <a:noFill/>
          </a:ln>
        </p:spPr>
        <p:txBody>
          <a:bodyPr lIns="182880" anchor="ctr"/>
          <a:lstStyle/>
          <a:p>
            <a:r>
              <a:rPr lang="en-GB" sz="1100" b="1" dirty="0">
                <a:solidFill>
                  <a:srgbClr val="FFFFFF"/>
                </a:solidFill>
                <a:latin typeface="Segoe UI"/>
              </a:rPr>
              <a:t>Three Ways to Install</a:t>
            </a:r>
          </a:p>
        </p:txBody>
      </p:sp>
      <p:sp>
        <p:nvSpPr>
          <p:cNvPr id="21" name="I1Bg"/>
          <p:cNvSpPr/>
          <p:nvPr/>
        </p:nvSpPr>
        <p:spPr>
          <a:xfrm>
            <a:off x="457200" y="1827940"/>
            <a:ext cx="3683000" cy="1447800"/>
          </a:xfrm>
          <a:prstGeom prst="rect">
            <a:avLst/>
          </a:prstGeom>
          <a:solidFill>
            <a:srgbClr val="F2F7FF"/>
          </a:solidFill>
          <a:ln w="19050">
            <a:solidFill>
              <a:srgbClr val="00CBBB"/>
            </a:solidFill>
          </a:ln>
        </p:spPr>
        <p:txBody>
          <a:bodyPr/>
          <a:lstStyle/>
          <a:p>
            <a:endParaRPr/>
          </a:p>
        </p:txBody>
      </p:sp>
      <p:sp>
        <p:nvSpPr>
          <p:cNvPr id="22" name="I1TopBar"/>
          <p:cNvSpPr/>
          <p:nvPr/>
        </p:nvSpPr>
        <p:spPr>
          <a:xfrm>
            <a:off x="457200" y="1827940"/>
            <a:ext cx="3683000" cy="266700"/>
          </a:xfrm>
          <a:prstGeom prst="rect">
            <a:avLst/>
          </a:prstGeom>
          <a:solidFill>
            <a:srgbClr val="00CBBB"/>
          </a:solidFill>
          <a:ln>
            <a:noFill/>
          </a:ln>
        </p:spPr>
        <p:txBody>
          <a:bodyPr anchor="ctr"/>
          <a:lstStyle/>
          <a:p>
            <a:pPr algn="ctr"/>
            <a:r>
              <a:rPr lang="en-GB" sz="1050" b="1" dirty="0">
                <a:solidFill>
                  <a:srgbClr val="FFFFFF"/>
                </a:solidFill>
                <a:latin typeface="Segoe UI"/>
              </a:rPr>
              <a:t>VS Code Extension</a:t>
            </a:r>
          </a:p>
        </p:txBody>
      </p:sp>
      <p:sp>
        <p:nvSpPr>
          <p:cNvPr id="23" name="I1Body"/>
          <p:cNvSpPr txBox="1"/>
          <p:nvPr/>
        </p:nvSpPr>
        <p:spPr>
          <a:xfrm>
            <a:off x="495300" y="2132740"/>
            <a:ext cx="3606800" cy="952500"/>
          </a:xfrm>
          <a:prstGeom prst="rect">
            <a:avLst/>
          </a:prstGeom>
          <a:noFill/>
        </p:spPr>
        <p:txBody>
          <a:bodyPr wrap="square" lIns="91440" tIns="57150" rIns="91440" bIns="57150"/>
          <a:lstStyle/>
          <a:p>
            <a:pPr>
              <a:lnSpc>
                <a:spcPct val="115000"/>
              </a:lnSpc>
              <a:spcAft>
                <a:spcPts val="100"/>
              </a:spcAft>
            </a:pPr>
            <a:r>
              <a:rPr lang="en-GB" sz="950" b="1" dirty="0">
                <a:solidFill>
                  <a:srgbClr val="333333"/>
                </a:solidFill>
                <a:latin typeface="Segoe UI"/>
              </a:rPr>
              <a:t>Search: </a:t>
            </a:r>
            <a:r>
              <a:rPr lang="en-GB" sz="950" dirty="0">
                <a:solidFill>
                  <a:srgbClr val="0761AD"/>
                </a:solidFill>
                <a:latin typeface="Segoe UI"/>
              </a:rPr>
              <a:t>Power Platform Tools</a:t>
            </a:r>
            <a:r>
              <a:rPr lang="en-GB" sz="950" dirty="0">
                <a:solidFill>
                  <a:srgbClr val="333333"/>
                </a:solidFill>
                <a:latin typeface="Segoe UI"/>
              </a:rPr>
              <a:t> in VS Code Extensions</a:t>
            </a:r>
          </a:p>
          <a:p>
            <a:pPr>
              <a:lnSpc>
                <a:spcPct val="115000"/>
              </a:lnSpc>
              <a:spcAft>
                <a:spcPts val="100"/>
              </a:spcAft>
            </a:pPr>
            <a:r>
              <a:rPr lang="en-GB" sz="950" dirty="0">
                <a:solidFill>
                  <a:srgbClr val="555555"/>
                </a:solidFill>
                <a:latin typeface="Segoe UI"/>
              </a:rPr>
              <a:t>Windows, macOS, Linux. PAC only available inside a VS Code terminal unless extra steps taken.</a:t>
            </a:r>
          </a:p>
          <a:p>
            <a:pPr>
              <a:lnSpc>
                <a:spcPct val="115000"/>
              </a:lnSpc>
            </a:pPr>
            <a:r>
              <a:rPr lang="en-GB" sz="950" b="1" dirty="0">
                <a:solidFill>
                  <a:srgbClr val="00CBBB"/>
                </a:solidFill>
                <a:latin typeface="Segoe UI"/>
              </a:rPr>
              <a:t>Best for: </a:t>
            </a:r>
            <a:r>
              <a:rPr lang="en-GB" sz="950" dirty="0">
                <a:solidFill>
                  <a:srgbClr val="555555"/>
                </a:solidFill>
                <a:latin typeface="Segoe UI"/>
              </a:rPr>
              <a:t>developers working primarily in VS Code</a:t>
            </a:r>
          </a:p>
        </p:txBody>
      </p:sp>
      <p:sp>
        <p:nvSpPr>
          <p:cNvPr id="24" name="I2Bg"/>
          <p:cNvSpPr/>
          <p:nvPr/>
        </p:nvSpPr>
        <p:spPr>
          <a:xfrm>
            <a:off x="4254500" y="1827940"/>
            <a:ext cx="3683000" cy="1447800"/>
          </a:xfrm>
          <a:prstGeom prst="rect">
            <a:avLst/>
          </a:prstGeom>
          <a:solidFill>
            <a:srgbClr val="F2F7FF"/>
          </a:solidFill>
          <a:ln w="19050">
            <a:solidFill>
              <a:srgbClr val="1A87CD"/>
            </a:solidFill>
          </a:ln>
        </p:spPr>
        <p:txBody>
          <a:bodyPr/>
          <a:lstStyle/>
          <a:p>
            <a:endParaRPr/>
          </a:p>
        </p:txBody>
      </p:sp>
      <p:sp>
        <p:nvSpPr>
          <p:cNvPr id="25" name="I2TopBar"/>
          <p:cNvSpPr/>
          <p:nvPr/>
        </p:nvSpPr>
        <p:spPr>
          <a:xfrm>
            <a:off x="4254500" y="1827940"/>
            <a:ext cx="3683000" cy="266700"/>
          </a:xfrm>
          <a:prstGeom prst="rect">
            <a:avLst/>
          </a:prstGeom>
          <a:solidFill>
            <a:srgbClr val="1A87CD"/>
          </a:solidFill>
          <a:ln>
            <a:noFill/>
          </a:ln>
        </p:spPr>
        <p:txBody>
          <a:bodyPr anchor="ctr"/>
          <a:lstStyle/>
          <a:p>
            <a:pPr algn="ctr"/>
            <a:r>
              <a:rPr lang="en-GB" sz="1050" b="1" dirty="0">
                <a:solidFill>
                  <a:srgbClr val="FFFFFF"/>
                </a:solidFill>
                <a:latin typeface="Segoe UI"/>
              </a:rPr>
              <a:t>.NET Tool  (Recommended)</a:t>
            </a:r>
          </a:p>
        </p:txBody>
      </p:sp>
      <p:sp>
        <p:nvSpPr>
          <p:cNvPr id="26" name="I2Body"/>
          <p:cNvSpPr txBox="1"/>
          <p:nvPr/>
        </p:nvSpPr>
        <p:spPr>
          <a:xfrm>
            <a:off x="4292600" y="2132740"/>
            <a:ext cx="3606800" cy="952500"/>
          </a:xfrm>
          <a:prstGeom prst="rect">
            <a:avLst/>
          </a:prstGeom>
          <a:noFill/>
        </p:spPr>
        <p:txBody>
          <a:bodyPr wrap="square" lIns="91440" tIns="57150" rIns="91440" bIns="57150"/>
          <a:lstStyle/>
          <a:p>
            <a:pPr>
              <a:lnSpc>
                <a:spcPct val="115000"/>
              </a:lnSpc>
              <a:spcAft>
                <a:spcPts val="100"/>
              </a:spcAft>
            </a:pPr>
            <a:r>
              <a:rPr lang="en-GB" sz="950" b="1" dirty="0">
                <a:solidFill>
                  <a:srgbClr val="333333"/>
                </a:solidFill>
                <a:latin typeface="Segoe UI"/>
              </a:rPr>
              <a:t>Command: </a:t>
            </a:r>
            <a:r>
              <a:rPr lang="en-GB" sz="950" dirty="0">
                <a:solidFill>
                  <a:srgbClr val="0761AD"/>
                </a:solidFill>
                <a:latin typeface="Segoe UI"/>
              </a:rPr>
              <a:t>dotnet tool install --global Microsoft.PowerApps.CLI.Tool</a:t>
            </a:r>
          </a:p>
          <a:p>
            <a:pPr>
              <a:lnSpc>
                <a:spcPct val="115000"/>
              </a:lnSpc>
              <a:spcAft>
                <a:spcPts val="100"/>
              </a:spcAft>
            </a:pPr>
            <a:r>
              <a:rPr lang="en-GB" sz="950" dirty="0">
                <a:solidFill>
                  <a:srgbClr val="555555"/>
                </a:solidFill>
                <a:latin typeface="Segoe UI"/>
              </a:rPr>
              <a:t>Windows, macOS, Linux. Available in any PowerShell, CMD, or Bash terminal. Does not include pac data or certain pac package commands.</a:t>
            </a:r>
          </a:p>
          <a:p>
            <a:pPr>
              <a:lnSpc>
                <a:spcPct val="115000"/>
              </a:lnSpc>
            </a:pPr>
            <a:r>
              <a:rPr lang="en-GB" sz="950" b="1" dirty="0">
                <a:solidFill>
                  <a:srgbClr val="1A87CD"/>
                </a:solidFill>
                <a:latin typeface="Segoe UI"/>
              </a:rPr>
              <a:t>Best for: </a:t>
            </a:r>
            <a:r>
              <a:rPr lang="en-GB" sz="950" dirty="0">
                <a:solidFill>
                  <a:srgbClr val="555555"/>
                </a:solidFill>
                <a:latin typeface="Segoe UI"/>
              </a:rPr>
              <a:t>pipelines, scripting, and cross-platform use</a:t>
            </a:r>
          </a:p>
        </p:txBody>
      </p:sp>
      <p:sp>
        <p:nvSpPr>
          <p:cNvPr id="27" name="I3Bg"/>
          <p:cNvSpPr/>
          <p:nvPr/>
        </p:nvSpPr>
        <p:spPr>
          <a:xfrm>
            <a:off x="8051800" y="1827940"/>
            <a:ext cx="3683000" cy="1447800"/>
          </a:xfrm>
          <a:prstGeom prst="rect">
            <a:avLst/>
          </a:prstGeom>
          <a:solidFill>
            <a:srgbClr val="F2F7FF"/>
          </a:solidFill>
          <a:ln w="19050">
            <a:solidFill>
              <a:srgbClr val="0761AD"/>
            </a:solidFill>
          </a:ln>
        </p:spPr>
        <p:txBody>
          <a:bodyPr/>
          <a:lstStyle/>
          <a:p>
            <a:endParaRPr/>
          </a:p>
        </p:txBody>
      </p:sp>
      <p:sp>
        <p:nvSpPr>
          <p:cNvPr id="28" name="I3TopBar"/>
          <p:cNvSpPr/>
          <p:nvPr/>
        </p:nvSpPr>
        <p:spPr>
          <a:xfrm>
            <a:off x="8051800" y="1827940"/>
            <a:ext cx="3683000" cy="266700"/>
          </a:xfrm>
          <a:prstGeom prst="rect">
            <a:avLst/>
          </a:prstGeom>
          <a:solidFill>
            <a:srgbClr val="0761AD"/>
          </a:solidFill>
          <a:ln>
            <a:noFill/>
          </a:ln>
        </p:spPr>
        <p:txBody>
          <a:bodyPr anchor="ctr"/>
          <a:lstStyle/>
          <a:p>
            <a:pPr algn="ctr"/>
            <a:r>
              <a:rPr lang="en-GB" sz="1050" b="1" dirty="0">
                <a:solidFill>
                  <a:srgbClr val="FFFFFF"/>
                </a:solidFill>
                <a:latin typeface="Segoe UI"/>
              </a:rPr>
              <a:t>Windows MSI</a:t>
            </a:r>
          </a:p>
        </p:txBody>
      </p:sp>
      <p:sp>
        <p:nvSpPr>
          <p:cNvPr id="29" name="I3Body"/>
          <p:cNvSpPr txBox="1"/>
          <p:nvPr/>
        </p:nvSpPr>
        <p:spPr>
          <a:xfrm>
            <a:off x="8089900" y="2132740"/>
            <a:ext cx="3606800" cy="952500"/>
          </a:xfrm>
          <a:prstGeom prst="rect">
            <a:avLst/>
          </a:prstGeom>
          <a:noFill/>
        </p:spPr>
        <p:txBody>
          <a:bodyPr wrap="square" lIns="91440" tIns="57150" rIns="91440" bIns="57150"/>
          <a:lstStyle/>
          <a:p>
            <a:pPr>
              <a:lnSpc>
                <a:spcPct val="115000"/>
              </a:lnSpc>
              <a:spcAft>
                <a:spcPts val="100"/>
              </a:spcAft>
            </a:pPr>
            <a:r>
              <a:rPr lang="en-GB" sz="950" b="1" dirty="0">
                <a:solidFill>
                  <a:srgbClr val="333333"/>
                </a:solidFill>
                <a:latin typeface="Segoe UI"/>
              </a:rPr>
              <a:t>Download: </a:t>
            </a:r>
            <a:r>
              <a:rPr lang="en-GB" sz="950" dirty="0">
                <a:solidFill>
                  <a:srgbClr val="0761AD"/>
                </a:solidFill>
                <a:latin typeface="Segoe UI"/>
              </a:rPr>
              <a:t>powerapps-cli-1.0.msi</a:t>
            </a:r>
            <a:r>
              <a:rPr lang="en-GB" sz="950" dirty="0">
                <a:solidFill>
                  <a:srgbClr val="555555"/>
                </a:solidFill>
                <a:latin typeface="Segoe UI"/>
              </a:rPr>
              <a:t> from NuGet (Microsoft.PowerApps.CLI)</a:t>
            </a:r>
          </a:p>
          <a:p>
            <a:pPr>
              <a:lnSpc>
                <a:spcPct val="115000"/>
              </a:lnSpc>
              <a:spcAft>
                <a:spcPts val="100"/>
              </a:spcAft>
            </a:pPr>
            <a:r>
              <a:rPr lang="en-GB" sz="950" dirty="0">
                <a:solidFill>
                  <a:srgbClr val="555555"/>
                </a:solidFill>
                <a:latin typeface="Segoe UI"/>
              </a:rPr>
              <a:t>Windows only. Full feature set including pac data and pac package commands. Includes .NET Framework dependencies.</a:t>
            </a:r>
          </a:p>
          <a:p>
            <a:pPr>
              <a:lnSpc>
                <a:spcPct val="115000"/>
              </a:lnSpc>
            </a:pPr>
            <a:r>
              <a:rPr lang="en-GB" sz="950" b="1" dirty="0">
                <a:solidFill>
                  <a:srgbClr val="0761AD"/>
                </a:solidFill>
                <a:latin typeface="Segoe UI"/>
              </a:rPr>
              <a:t>Best for: </a:t>
            </a:r>
            <a:r>
              <a:rPr lang="en-GB" sz="950" dirty="0">
                <a:solidFill>
                  <a:srgbClr val="555555"/>
                </a:solidFill>
                <a:latin typeface="Segoe UI"/>
              </a:rPr>
              <a:t>Windows-only workflows needing full feature parity</a:t>
            </a:r>
          </a:p>
        </p:txBody>
      </p:sp>
      <p:sp>
        <p:nvSpPr>
          <p:cNvPr id="30" name="CmdBg"/>
          <p:cNvSpPr/>
          <p:nvPr/>
        </p:nvSpPr>
        <p:spPr>
          <a:xfrm>
            <a:off x="457200" y="3409090"/>
            <a:ext cx="6629400" cy="2628600"/>
          </a:xfrm>
          <a:prstGeom prst="rect">
            <a:avLst/>
          </a:prstGeom>
          <a:solidFill>
            <a:srgbClr val="F2F7FF"/>
          </a:solidFill>
          <a:ln w="9525">
            <a:solidFill>
              <a:srgbClr val="D0E4F5"/>
            </a:solidFill>
          </a:ln>
        </p:spPr>
        <p:txBody>
          <a:bodyPr/>
          <a:lstStyle/>
          <a:p>
            <a:endParaRPr/>
          </a:p>
        </p:txBody>
      </p:sp>
      <p:sp>
        <p:nvSpPr>
          <p:cNvPr id="31" name="CmdHdr"/>
          <p:cNvSpPr/>
          <p:nvPr/>
        </p:nvSpPr>
        <p:spPr>
          <a:xfrm>
            <a:off x="457200" y="3409090"/>
            <a:ext cx="6629400" cy="304800"/>
          </a:xfrm>
          <a:prstGeom prst="rect">
            <a:avLst/>
          </a:prstGeom>
          <a:solidFill>
            <a:srgbClr val="0761AD"/>
          </a:solidFill>
          <a:ln>
            <a:noFill/>
          </a:ln>
        </p:spPr>
        <p:txBody>
          <a:bodyPr lIns="182880" anchor="ctr"/>
          <a:lstStyle/>
          <a:p>
            <a:r>
              <a:rPr lang="en-GB" sz="1100" b="1" dirty="0">
                <a:solidFill>
                  <a:srgbClr val="FFFFFF"/>
                </a:solidFill>
                <a:latin typeface="Segoe UI"/>
              </a:rPr>
              <a:t>Key Command Groups</a:t>
            </a:r>
          </a:p>
        </p:txBody>
      </p:sp>
      <p:sp>
        <p:nvSpPr>
          <p:cNvPr id="32" name="C1R1Bg"/>
          <p:cNvSpPr/>
          <p:nvPr/>
        </p:nvSpPr>
        <p:spPr>
          <a:xfrm>
            <a:off x="495300" y="3751990"/>
            <a:ext cx="3124800" cy="361950"/>
          </a:xfrm>
          <a:prstGeom prst="rect">
            <a:avLst/>
          </a:prstGeom>
          <a:solidFill>
            <a:srgbClr val="FFFFFF"/>
          </a:solidFill>
          <a:ln w="9525">
            <a:solidFill>
              <a:srgbClr val="D0E4F5"/>
            </a:solidFill>
          </a:ln>
        </p:spPr>
        <p:txBody>
          <a:bodyPr/>
          <a:lstStyle/>
          <a:p>
            <a:endParaRPr/>
          </a:p>
        </p:txBody>
      </p:sp>
      <p:sp>
        <p:nvSpPr>
          <p:cNvPr id="33" name="C1R1Acc"/>
          <p:cNvSpPr/>
          <p:nvPr/>
        </p:nvSpPr>
        <p:spPr>
          <a:xfrm>
            <a:off x="495300" y="3751990"/>
            <a:ext cx="38100" cy="361950"/>
          </a:xfrm>
          <a:prstGeom prst="rect">
            <a:avLst/>
          </a:prstGeom>
          <a:solidFill>
            <a:srgbClr val="00CBBB"/>
          </a:solidFill>
          <a:ln>
            <a:noFill/>
          </a:ln>
        </p:spPr>
        <p:txBody>
          <a:bodyPr/>
          <a:lstStyle/>
          <a:p>
            <a:endParaRPr/>
          </a:p>
        </p:txBody>
      </p:sp>
      <p:sp>
        <p:nvSpPr>
          <p:cNvPr id="34" name="C1R1Txt"/>
          <p:cNvSpPr txBox="1"/>
          <p:nvPr/>
        </p:nvSpPr>
        <p:spPr>
          <a:xfrm>
            <a:off x="571500" y="375199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auth</a:t>
            </a:r>
            <a:r>
              <a:rPr lang="en-GB" sz="900" dirty="0">
                <a:solidFill>
                  <a:srgbClr val="444444"/>
                </a:solidFill>
                <a:latin typeface="Segoe UI"/>
              </a:rPr>
              <a:t>   Create and manage authentication profiles for one or more tenants</a:t>
            </a:r>
          </a:p>
        </p:txBody>
      </p:sp>
      <p:sp>
        <p:nvSpPr>
          <p:cNvPr id="35" name="C2R1Bg"/>
          <p:cNvSpPr/>
          <p:nvPr/>
        </p:nvSpPr>
        <p:spPr>
          <a:xfrm>
            <a:off x="3734100" y="3751990"/>
            <a:ext cx="3124800" cy="361950"/>
          </a:xfrm>
          <a:prstGeom prst="rect">
            <a:avLst/>
          </a:prstGeom>
          <a:solidFill>
            <a:srgbClr val="FFFFFF"/>
          </a:solidFill>
          <a:ln w="9525">
            <a:solidFill>
              <a:srgbClr val="D0E4F5"/>
            </a:solidFill>
          </a:ln>
        </p:spPr>
        <p:txBody>
          <a:bodyPr/>
          <a:lstStyle/>
          <a:p>
            <a:endParaRPr/>
          </a:p>
        </p:txBody>
      </p:sp>
      <p:sp>
        <p:nvSpPr>
          <p:cNvPr id="36" name="C2R1Acc"/>
          <p:cNvSpPr/>
          <p:nvPr/>
        </p:nvSpPr>
        <p:spPr>
          <a:xfrm>
            <a:off x="3734100" y="3751990"/>
            <a:ext cx="38100" cy="361950"/>
          </a:xfrm>
          <a:prstGeom prst="rect">
            <a:avLst/>
          </a:prstGeom>
          <a:solidFill>
            <a:srgbClr val="0761AD"/>
          </a:solidFill>
          <a:ln>
            <a:noFill/>
          </a:ln>
        </p:spPr>
        <p:txBody>
          <a:bodyPr/>
          <a:lstStyle/>
          <a:p>
            <a:endParaRPr/>
          </a:p>
        </p:txBody>
      </p:sp>
      <p:sp>
        <p:nvSpPr>
          <p:cNvPr id="37" name="C2R1Txt"/>
          <p:cNvSpPr txBox="1"/>
          <p:nvPr/>
        </p:nvSpPr>
        <p:spPr>
          <a:xfrm>
            <a:off x="3810300" y="375199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solution</a:t>
            </a:r>
            <a:r>
              <a:rPr lang="en-GB" sz="900" dirty="0">
                <a:solidFill>
                  <a:srgbClr val="444444"/>
                </a:solidFill>
                <a:latin typeface="Segoe UI"/>
              </a:rPr>
              <a:t>   Export, import, clone, pack, unpack, and check solutions</a:t>
            </a:r>
          </a:p>
        </p:txBody>
      </p:sp>
      <p:sp>
        <p:nvSpPr>
          <p:cNvPr id="38" name="C1R2Bg"/>
          <p:cNvSpPr/>
          <p:nvPr/>
        </p:nvSpPr>
        <p:spPr>
          <a:xfrm>
            <a:off x="495300" y="4152040"/>
            <a:ext cx="3124800" cy="361950"/>
          </a:xfrm>
          <a:prstGeom prst="rect">
            <a:avLst/>
          </a:prstGeom>
          <a:solidFill>
            <a:srgbClr val="F2F7FF"/>
          </a:solidFill>
          <a:ln w="9525">
            <a:solidFill>
              <a:srgbClr val="D0E4F5"/>
            </a:solidFill>
          </a:ln>
        </p:spPr>
        <p:txBody>
          <a:bodyPr/>
          <a:lstStyle/>
          <a:p>
            <a:endParaRPr/>
          </a:p>
        </p:txBody>
      </p:sp>
      <p:sp>
        <p:nvSpPr>
          <p:cNvPr id="39" name="C1R2Acc"/>
          <p:cNvSpPr/>
          <p:nvPr/>
        </p:nvSpPr>
        <p:spPr>
          <a:xfrm>
            <a:off x="495300" y="4152040"/>
            <a:ext cx="38100" cy="361950"/>
          </a:xfrm>
          <a:prstGeom prst="rect">
            <a:avLst/>
          </a:prstGeom>
          <a:solidFill>
            <a:srgbClr val="00CBBB"/>
          </a:solidFill>
          <a:ln>
            <a:noFill/>
          </a:ln>
        </p:spPr>
        <p:txBody>
          <a:bodyPr/>
          <a:lstStyle/>
          <a:p>
            <a:endParaRPr/>
          </a:p>
        </p:txBody>
      </p:sp>
      <p:sp>
        <p:nvSpPr>
          <p:cNvPr id="40" name="C1R2Txt"/>
          <p:cNvSpPr txBox="1"/>
          <p:nvPr/>
        </p:nvSpPr>
        <p:spPr>
          <a:xfrm>
            <a:off x="571500" y="415204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env</a:t>
            </a:r>
            <a:r>
              <a:rPr lang="en-GB" sz="900" dirty="0">
                <a:solidFill>
                  <a:srgbClr val="444444"/>
                </a:solidFill>
                <a:latin typeface="Segoe UI"/>
              </a:rPr>
              <a:t>   List, select, and manage Power Platform environments</a:t>
            </a:r>
          </a:p>
        </p:txBody>
      </p:sp>
      <p:sp>
        <p:nvSpPr>
          <p:cNvPr id="41" name="C2R2Bg"/>
          <p:cNvSpPr/>
          <p:nvPr/>
        </p:nvSpPr>
        <p:spPr>
          <a:xfrm>
            <a:off x="3734100" y="4152040"/>
            <a:ext cx="3124800" cy="361950"/>
          </a:xfrm>
          <a:prstGeom prst="rect">
            <a:avLst/>
          </a:prstGeom>
          <a:solidFill>
            <a:srgbClr val="F2F7FF"/>
          </a:solidFill>
          <a:ln w="9525">
            <a:solidFill>
              <a:srgbClr val="D0E4F5"/>
            </a:solidFill>
          </a:ln>
        </p:spPr>
        <p:txBody>
          <a:bodyPr/>
          <a:lstStyle/>
          <a:p>
            <a:endParaRPr/>
          </a:p>
        </p:txBody>
      </p:sp>
      <p:sp>
        <p:nvSpPr>
          <p:cNvPr id="42" name="C2R2Acc"/>
          <p:cNvSpPr/>
          <p:nvPr/>
        </p:nvSpPr>
        <p:spPr>
          <a:xfrm>
            <a:off x="3734100" y="4152040"/>
            <a:ext cx="38100" cy="361950"/>
          </a:xfrm>
          <a:prstGeom prst="rect">
            <a:avLst/>
          </a:prstGeom>
          <a:solidFill>
            <a:srgbClr val="0761AD"/>
          </a:solidFill>
          <a:ln>
            <a:noFill/>
          </a:ln>
        </p:spPr>
        <p:txBody>
          <a:bodyPr/>
          <a:lstStyle/>
          <a:p>
            <a:endParaRPr/>
          </a:p>
        </p:txBody>
      </p:sp>
      <p:sp>
        <p:nvSpPr>
          <p:cNvPr id="43" name="C2R2Txt"/>
          <p:cNvSpPr txBox="1"/>
          <p:nvPr/>
        </p:nvSpPr>
        <p:spPr>
          <a:xfrm>
            <a:off x="3810300" y="415204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admin</a:t>
            </a:r>
            <a:r>
              <a:rPr lang="en-GB" sz="900" dirty="0">
                <a:solidFill>
                  <a:srgbClr val="444444"/>
                </a:solidFill>
                <a:latin typeface="Segoe UI"/>
              </a:rPr>
              <a:t>   Create, backup, copy, and manage environments at scale</a:t>
            </a:r>
          </a:p>
        </p:txBody>
      </p:sp>
      <p:sp>
        <p:nvSpPr>
          <p:cNvPr id="44" name="C1R3Bg"/>
          <p:cNvSpPr/>
          <p:nvPr/>
        </p:nvSpPr>
        <p:spPr>
          <a:xfrm>
            <a:off x="495300" y="4552090"/>
            <a:ext cx="3124800" cy="361950"/>
          </a:xfrm>
          <a:prstGeom prst="rect">
            <a:avLst/>
          </a:prstGeom>
          <a:solidFill>
            <a:srgbClr val="FFFFFF"/>
          </a:solidFill>
          <a:ln w="9525">
            <a:solidFill>
              <a:srgbClr val="D0E4F5"/>
            </a:solidFill>
          </a:ln>
        </p:spPr>
        <p:txBody>
          <a:bodyPr/>
          <a:lstStyle/>
          <a:p>
            <a:endParaRPr/>
          </a:p>
        </p:txBody>
      </p:sp>
      <p:sp>
        <p:nvSpPr>
          <p:cNvPr id="45" name="C1R3Acc"/>
          <p:cNvSpPr/>
          <p:nvPr/>
        </p:nvSpPr>
        <p:spPr>
          <a:xfrm>
            <a:off x="495300" y="4552090"/>
            <a:ext cx="38100" cy="361950"/>
          </a:xfrm>
          <a:prstGeom prst="rect">
            <a:avLst/>
          </a:prstGeom>
          <a:solidFill>
            <a:srgbClr val="00CBBB"/>
          </a:solidFill>
          <a:ln>
            <a:noFill/>
          </a:ln>
        </p:spPr>
        <p:txBody>
          <a:bodyPr/>
          <a:lstStyle/>
          <a:p>
            <a:endParaRPr/>
          </a:p>
        </p:txBody>
      </p:sp>
      <p:sp>
        <p:nvSpPr>
          <p:cNvPr id="46" name="C1R3Txt"/>
          <p:cNvSpPr txBox="1"/>
          <p:nvPr/>
        </p:nvSpPr>
        <p:spPr>
          <a:xfrm>
            <a:off x="571500" y="455209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pcf</a:t>
            </a:r>
            <a:r>
              <a:rPr lang="en-GB" sz="900" dirty="0">
                <a:solidFill>
                  <a:srgbClr val="444444"/>
                </a:solidFill>
                <a:latin typeface="Segoe UI"/>
              </a:rPr>
              <a:t>   Initialise, build, and version Power Apps Component Framework controls</a:t>
            </a:r>
          </a:p>
        </p:txBody>
      </p:sp>
      <p:sp>
        <p:nvSpPr>
          <p:cNvPr id="47" name="C2R3Bg"/>
          <p:cNvSpPr/>
          <p:nvPr/>
        </p:nvSpPr>
        <p:spPr>
          <a:xfrm>
            <a:off x="3734100" y="4552090"/>
            <a:ext cx="3124800" cy="361950"/>
          </a:xfrm>
          <a:prstGeom prst="rect">
            <a:avLst/>
          </a:prstGeom>
          <a:solidFill>
            <a:srgbClr val="FFFFFF"/>
          </a:solidFill>
          <a:ln w="9525">
            <a:solidFill>
              <a:srgbClr val="D0E4F5"/>
            </a:solidFill>
          </a:ln>
        </p:spPr>
        <p:txBody>
          <a:bodyPr/>
          <a:lstStyle/>
          <a:p>
            <a:endParaRPr/>
          </a:p>
        </p:txBody>
      </p:sp>
      <p:sp>
        <p:nvSpPr>
          <p:cNvPr id="48" name="C2R3Acc"/>
          <p:cNvSpPr/>
          <p:nvPr/>
        </p:nvSpPr>
        <p:spPr>
          <a:xfrm>
            <a:off x="3734100" y="4552090"/>
            <a:ext cx="38100" cy="361950"/>
          </a:xfrm>
          <a:prstGeom prst="rect">
            <a:avLst/>
          </a:prstGeom>
          <a:solidFill>
            <a:srgbClr val="0761AD"/>
          </a:solidFill>
          <a:ln>
            <a:noFill/>
          </a:ln>
        </p:spPr>
        <p:txBody>
          <a:bodyPr/>
          <a:lstStyle/>
          <a:p>
            <a:endParaRPr/>
          </a:p>
        </p:txBody>
      </p:sp>
      <p:sp>
        <p:nvSpPr>
          <p:cNvPr id="49" name="C2R3Txt"/>
          <p:cNvSpPr txBox="1"/>
          <p:nvPr/>
        </p:nvSpPr>
        <p:spPr>
          <a:xfrm>
            <a:off x="3810300" y="455209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data</a:t>
            </a:r>
            <a:r>
              <a:rPr lang="en-GB" sz="900" dirty="0">
                <a:solidFill>
                  <a:srgbClr val="444444"/>
                </a:solidFill>
                <a:latin typeface="Segoe UI"/>
              </a:rPr>
              <a:t>   Import and export Dataverse reference data  (Windows only)</a:t>
            </a:r>
          </a:p>
        </p:txBody>
      </p:sp>
      <p:sp>
        <p:nvSpPr>
          <p:cNvPr id="50" name="C1R4Bg"/>
          <p:cNvSpPr/>
          <p:nvPr/>
        </p:nvSpPr>
        <p:spPr>
          <a:xfrm>
            <a:off x="495300" y="4952140"/>
            <a:ext cx="3124800" cy="361950"/>
          </a:xfrm>
          <a:prstGeom prst="rect">
            <a:avLst/>
          </a:prstGeom>
          <a:solidFill>
            <a:srgbClr val="F2F7FF"/>
          </a:solidFill>
          <a:ln w="9525">
            <a:solidFill>
              <a:srgbClr val="D0E4F5"/>
            </a:solidFill>
          </a:ln>
        </p:spPr>
        <p:txBody>
          <a:bodyPr/>
          <a:lstStyle/>
          <a:p>
            <a:endParaRPr/>
          </a:p>
        </p:txBody>
      </p:sp>
      <p:sp>
        <p:nvSpPr>
          <p:cNvPr id="51" name="C1R4Acc"/>
          <p:cNvSpPr/>
          <p:nvPr/>
        </p:nvSpPr>
        <p:spPr>
          <a:xfrm>
            <a:off x="495300" y="4952140"/>
            <a:ext cx="38100" cy="361950"/>
          </a:xfrm>
          <a:prstGeom prst="rect">
            <a:avLst/>
          </a:prstGeom>
          <a:solidFill>
            <a:srgbClr val="00CBBB"/>
          </a:solidFill>
          <a:ln>
            <a:noFill/>
          </a:ln>
        </p:spPr>
        <p:txBody>
          <a:bodyPr/>
          <a:lstStyle/>
          <a:p>
            <a:endParaRPr/>
          </a:p>
        </p:txBody>
      </p:sp>
      <p:sp>
        <p:nvSpPr>
          <p:cNvPr id="52" name="C1R4Txt"/>
          <p:cNvSpPr txBox="1"/>
          <p:nvPr/>
        </p:nvSpPr>
        <p:spPr>
          <a:xfrm>
            <a:off x="571500" y="495214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package</a:t>
            </a:r>
            <a:r>
              <a:rPr lang="en-GB" sz="900" dirty="0">
                <a:solidFill>
                  <a:srgbClr val="444444"/>
                </a:solidFill>
                <a:latin typeface="Segoe UI"/>
              </a:rPr>
              <a:t>   Deploy Package Deployer packages to environments</a:t>
            </a:r>
          </a:p>
        </p:txBody>
      </p:sp>
      <p:sp>
        <p:nvSpPr>
          <p:cNvPr id="53" name="C2R4Bg"/>
          <p:cNvSpPr/>
          <p:nvPr/>
        </p:nvSpPr>
        <p:spPr>
          <a:xfrm>
            <a:off x="3734100" y="4952140"/>
            <a:ext cx="3124800" cy="361950"/>
          </a:xfrm>
          <a:prstGeom prst="rect">
            <a:avLst/>
          </a:prstGeom>
          <a:solidFill>
            <a:srgbClr val="F2F7FF"/>
          </a:solidFill>
          <a:ln w="9525">
            <a:solidFill>
              <a:srgbClr val="D0E4F5"/>
            </a:solidFill>
          </a:ln>
        </p:spPr>
        <p:txBody>
          <a:bodyPr/>
          <a:lstStyle/>
          <a:p>
            <a:endParaRPr/>
          </a:p>
        </p:txBody>
      </p:sp>
      <p:sp>
        <p:nvSpPr>
          <p:cNvPr id="54" name="C2R4Acc"/>
          <p:cNvSpPr/>
          <p:nvPr/>
        </p:nvSpPr>
        <p:spPr>
          <a:xfrm>
            <a:off x="3734100" y="4952140"/>
            <a:ext cx="38100" cy="361950"/>
          </a:xfrm>
          <a:prstGeom prst="rect">
            <a:avLst/>
          </a:prstGeom>
          <a:solidFill>
            <a:srgbClr val="0761AD"/>
          </a:solidFill>
          <a:ln>
            <a:noFill/>
          </a:ln>
        </p:spPr>
        <p:txBody>
          <a:bodyPr/>
          <a:lstStyle/>
          <a:p>
            <a:endParaRPr/>
          </a:p>
        </p:txBody>
      </p:sp>
      <p:sp>
        <p:nvSpPr>
          <p:cNvPr id="55" name="C2R4Txt"/>
          <p:cNvSpPr txBox="1"/>
          <p:nvPr/>
        </p:nvSpPr>
        <p:spPr>
          <a:xfrm>
            <a:off x="3810300" y="4952140"/>
            <a:ext cx="3048600" cy="361950"/>
          </a:xfrm>
          <a:prstGeom prst="rect">
            <a:avLst/>
          </a:prstGeom>
          <a:noFill/>
        </p:spPr>
        <p:txBody>
          <a:bodyPr wrap="square" lIns="91440" tIns="45720" rIns="91440" bIns="45720" anchor="ctr"/>
          <a:lstStyle/>
          <a:p>
            <a:r>
              <a:rPr lang="en-GB" sz="1000" b="1" dirty="0">
                <a:solidFill>
                  <a:srgbClr val="0761AD"/>
                </a:solidFill>
                <a:latin typeface="Segoe UI"/>
              </a:rPr>
              <a:t>pac canvas</a:t>
            </a:r>
            <a:r>
              <a:rPr lang="en-GB" sz="900" dirty="0">
                <a:solidFill>
                  <a:srgbClr val="444444"/>
                </a:solidFill>
                <a:latin typeface="Segoe UI"/>
              </a:rPr>
              <a:t>   Unpack, pack, and lint canvas app source files</a:t>
            </a:r>
          </a:p>
        </p:txBody>
      </p:sp>
      <p:sp>
        <p:nvSpPr>
          <p:cNvPr id="60" name="RPBg"/>
          <p:cNvSpPr/>
          <p:nvPr/>
        </p:nvSpPr>
        <p:spPr>
          <a:xfrm>
            <a:off x="7200600" y="3409090"/>
            <a:ext cx="4534200" cy="2628600"/>
          </a:xfrm>
          <a:prstGeom prst="rect">
            <a:avLst/>
          </a:prstGeom>
          <a:solidFill>
            <a:srgbClr val="F2F7FF"/>
          </a:solidFill>
          <a:ln w="9525">
            <a:solidFill>
              <a:srgbClr val="D0E4F5"/>
            </a:solidFill>
          </a:ln>
        </p:spPr>
        <p:txBody>
          <a:bodyPr/>
          <a:lstStyle/>
          <a:p>
            <a:endParaRPr/>
          </a:p>
        </p:txBody>
      </p:sp>
      <p:sp>
        <p:nvSpPr>
          <p:cNvPr id="61" name="RPHdr"/>
          <p:cNvSpPr/>
          <p:nvPr/>
        </p:nvSpPr>
        <p:spPr>
          <a:xfrm>
            <a:off x="7200600" y="3409090"/>
            <a:ext cx="4534200" cy="304800"/>
          </a:xfrm>
          <a:prstGeom prst="rect">
            <a:avLst/>
          </a:prstGeom>
          <a:solidFill>
            <a:srgbClr val="0761AD"/>
          </a:solidFill>
          <a:ln>
            <a:noFill/>
          </a:ln>
        </p:spPr>
        <p:txBody>
          <a:bodyPr lIns="182880" anchor="ctr"/>
          <a:lstStyle/>
          <a:p>
            <a:r>
              <a:rPr lang="en-GB" sz="1100" b="1" dirty="0">
                <a:solidFill>
                  <a:srgbClr val="FFFFFF"/>
                </a:solidFill>
                <a:latin typeface="Segoe UI"/>
              </a:rPr>
              <a:t>Authentication &amp; Useful Commands</a:t>
            </a:r>
          </a:p>
        </p:txBody>
      </p:sp>
      <p:sp>
        <p:nvSpPr>
          <p:cNvPr id="62" name="AuthSec"/>
          <p:cNvSpPr/>
          <p:nvPr/>
        </p:nvSpPr>
        <p:spPr>
          <a:xfrm>
            <a:off x="7200600" y="3751990"/>
            <a:ext cx="4534200" cy="266700"/>
          </a:xfrm>
          <a:prstGeom prst="rect">
            <a:avLst/>
          </a:prstGeom>
          <a:solidFill>
            <a:srgbClr val="1A87CD"/>
          </a:solidFill>
          <a:ln>
            <a:noFill/>
          </a:ln>
        </p:spPr>
        <p:txBody>
          <a:bodyPr lIns="182880" anchor="ctr"/>
          <a:lstStyle/>
          <a:p>
            <a:r>
              <a:rPr lang="en-GB" sz="950" b="1" dirty="0">
                <a:solidFill>
                  <a:srgbClr val="FFFFFF"/>
                </a:solidFill>
                <a:latin typeface="Segoe UI"/>
              </a:rPr>
              <a:t>Authentication</a:t>
            </a:r>
          </a:p>
        </p:txBody>
      </p:sp>
      <p:sp>
        <p:nvSpPr>
          <p:cNvPr id="63" name="AuthBody"/>
          <p:cNvSpPr txBox="1"/>
          <p:nvPr/>
        </p:nvSpPr>
        <p:spPr>
          <a:xfrm>
            <a:off x="7238700" y="4057540"/>
            <a:ext cx="4458000" cy="876600"/>
          </a:xfrm>
          <a:prstGeom prst="rect">
            <a:avLst/>
          </a:prstGeom>
          <a:noFill/>
        </p:spPr>
        <p:txBody>
          <a:bodyPr wrap="square" lIns="91440" tIns="57150" rIns="91440" bIns="57150"/>
          <a:lstStyle/>
          <a:p>
            <a:pPr>
              <a:lnSpc>
                <a:spcPct val="115000"/>
              </a:lnSpc>
              <a:spcAft>
                <a:spcPts val="100"/>
              </a:spcAft>
            </a:pPr>
            <a:r>
              <a:rPr lang="en-GB" sz="950" dirty="0">
                <a:solidFill>
                  <a:srgbClr val="333333"/>
                </a:solidFill>
                <a:latin typeface="Segoe UI"/>
              </a:rPr>
              <a:t>Most commands require an active auth profile. Use:</a:t>
            </a:r>
          </a:p>
          <a:p>
            <a:pPr marL="182880">
              <a:lnSpc>
                <a:spcPct val="115000"/>
              </a:lnSpc>
              <a:spcAft>
                <a:spcPts val="80"/>
              </a:spcAft>
            </a:pPr>
            <a:r>
              <a:rPr lang="en-GB" sz="950" dirty="0">
                <a:solidFill>
                  <a:srgbClr val="0761AD"/>
                </a:solidFill>
                <a:latin typeface="Segoe UI"/>
              </a:rPr>
              <a:t>pac auth create</a:t>
            </a:r>
            <a:r>
              <a:rPr lang="en-GB" sz="950" dirty="0">
                <a:solidFill>
                  <a:srgbClr val="555555"/>
                </a:solidFill>
                <a:latin typeface="Segoe UI"/>
              </a:rPr>
              <a:t>   — connect to a tenant (browser sign-in)</a:t>
            </a:r>
          </a:p>
          <a:p>
            <a:pPr marL="182880">
              <a:lnSpc>
                <a:spcPct val="115000"/>
              </a:lnSpc>
              <a:spcAft>
                <a:spcPts val="80"/>
              </a:spcAft>
            </a:pPr>
            <a:r>
              <a:rPr lang="en-GB" sz="950" dirty="0">
                <a:solidFill>
                  <a:srgbClr val="0761AD"/>
                </a:solidFill>
                <a:latin typeface="Segoe UI"/>
              </a:rPr>
              <a:t>pac auth list</a:t>
            </a:r>
            <a:r>
              <a:rPr lang="en-GB" sz="950" dirty="0">
                <a:solidFill>
                  <a:srgbClr val="555555"/>
                </a:solidFill>
                <a:latin typeface="Segoe UI"/>
              </a:rPr>
              <a:t>     — show all saved profiles</a:t>
            </a:r>
          </a:p>
          <a:p>
            <a:pPr marL="182880">
              <a:lnSpc>
                <a:spcPct val="115000"/>
              </a:lnSpc>
            </a:pPr>
            <a:r>
              <a:rPr lang="en-GB" sz="950" dirty="0">
                <a:solidFill>
                  <a:srgbClr val="0761AD"/>
                </a:solidFill>
                <a:latin typeface="Segoe UI"/>
              </a:rPr>
              <a:t>pac auth select</a:t>
            </a:r>
            <a:r>
              <a:rPr lang="en-GB" sz="950" dirty="0">
                <a:solidFill>
                  <a:srgbClr val="555555"/>
                </a:solidFill>
                <a:latin typeface="Segoe UI"/>
              </a:rPr>
              <a:t>   — switch between saved profiles</a:t>
            </a:r>
          </a:p>
        </p:txBody>
      </p:sp>
      <p:sp>
        <p:nvSpPr>
          <p:cNvPr id="64" name="UsefulSec"/>
          <p:cNvSpPr/>
          <p:nvPr/>
        </p:nvSpPr>
        <p:spPr>
          <a:xfrm>
            <a:off x="7200600" y="4971490"/>
            <a:ext cx="4534200" cy="266700"/>
          </a:xfrm>
          <a:prstGeom prst="rect">
            <a:avLst/>
          </a:prstGeom>
          <a:solidFill>
            <a:srgbClr val="1A87CD"/>
          </a:solidFill>
          <a:ln>
            <a:noFill/>
          </a:ln>
        </p:spPr>
        <p:txBody>
          <a:bodyPr lIns="182880" anchor="ctr"/>
          <a:lstStyle/>
          <a:p>
            <a:r>
              <a:rPr lang="en-GB" sz="950" b="1" dirty="0">
                <a:solidFill>
                  <a:srgbClr val="FFFFFF"/>
                </a:solidFill>
                <a:latin typeface="Segoe UI"/>
              </a:rPr>
              <a:t>Verify Installation &amp; Get Help</a:t>
            </a:r>
          </a:p>
        </p:txBody>
      </p:sp>
      <p:sp>
        <p:nvSpPr>
          <p:cNvPr id="65" name="UsefulBody"/>
          <p:cNvSpPr txBox="1"/>
          <p:nvPr/>
        </p:nvSpPr>
        <p:spPr>
          <a:xfrm>
            <a:off x="7238700" y="5276290"/>
            <a:ext cx="4458000" cy="914400"/>
          </a:xfrm>
          <a:prstGeom prst="rect">
            <a:avLst/>
          </a:prstGeom>
          <a:noFill/>
        </p:spPr>
        <p:txBody>
          <a:bodyPr wrap="square" lIns="91440" tIns="57150" rIns="91440" bIns="57150"/>
          <a:lstStyle/>
          <a:p>
            <a:pPr marL="182880">
              <a:lnSpc>
                <a:spcPct val="115000"/>
              </a:lnSpc>
              <a:spcAft>
                <a:spcPts val="80"/>
              </a:spcAft>
            </a:pPr>
            <a:r>
              <a:rPr lang="en-GB" sz="950" dirty="0">
                <a:solidFill>
                  <a:srgbClr val="0761AD"/>
                </a:solidFill>
                <a:latin typeface="Segoe UI"/>
              </a:rPr>
              <a:t>pac</a:t>
            </a:r>
            <a:r>
              <a:rPr lang="en-GB" sz="950" dirty="0">
                <a:solidFill>
                  <a:srgbClr val="555555"/>
                </a:solidFill>
                <a:latin typeface="Segoe UI"/>
              </a:rPr>
              <a:t>                    — verify install and see version</a:t>
            </a:r>
          </a:p>
          <a:p>
            <a:pPr marL="182880">
              <a:lnSpc>
                <a:spcPct val="115000"/>
              </a:lnSpc>
              <a:spcAft>
                <a:spcPts val="80"/>
              </a:spcAft>
            </a:pPr>
            <a:r>
              <a:rPr lang="en-GB" sz="950" dirty="0">
                <a:solidFill>
                  <a:srgbClr val="0761AD"/>
                </a:solidFill>
                <a:latin typeface="Segoe UI"/>
              </a:rPr>
              <a:t>pac help</a:t>
            </a:r>
            <a:r>
              <a:rPr lang="en-GB" sz="950" dirty="0">
                <a:solidFill>
                  <a:srgbClr val="555555"/>
                </a:solidFill>
                <a:latin typeface="Segoe UI"/>
              </a:rPr>
              <a:t>              — list all command groups</a:t>
            </a:r>
          </a:p>
          <a:p>
            <a:pPr marL="182880">
              <a:lnSpc>
                <a:spcPct val="115000"/>
              </a:lnSpc>
              <a:spcAft>
                <a:spcPts val="80"/>
              </a:spcAft>
            </a:pPr>
            <a:r>
              <a:rPr lang="en-GB" sz="950" dirty="0">
                <a:solidFill>
                  <a:srgbClr val="0761AD"/>
                </a:solidFill>
                <a:latin typeface="Segoe UI"/>
              </a:rPr>
              <a:t>pac solution --help</a:t>
            </a:r>
            <a:r>
              <a:rPr lang="en-GB" sz="950" dirty="0">
                <a:solidFill>
                  <a:srgbClr val="555555"/>
                </a:solidFill>
                <a:latin typeface="Segoe UI"/>
              </a:rPr>
              <a:t>  — help for any command group</a:t>
            </a:r>
          </a:p>
          <a:p>
            <a:pPr marL="182880">
              <a:lnSpc>
                <a:spcPct val="115000"/>
              </a:lnSpc>
            </a:pPr>
            <a:r>
              <a:rPr lang="en-GB" sz="950" dirty="0">
                <a:solidFill>
                  <a:srgbClr val="0761AD"/>
                </a:solidFill>
                <a:latin typeface="Segoe UI"/>
              </a:rPr>
              <a:t>pac org who</a:t>
            </a:r>
            <a:r>
              <a:rPr lang="en-GB" sz="950" dirty="0">
                <a:solidFill>
                  <a:srgbClr val="555555"/>
                </a:solidFill>
                <a:latin typeface="Segoe UI"/>
              </a:rPr>
              <a:t>           — confirm which environment you’re connected to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Git Integration with Power Platform</a:t>
            </a:r>
          </a:p>
        </p:txBody>
      </p:sp>
      <p:sp>
        <p:nvSpPr>
          <p:cNvPr id="10" name="WOHdr"/>
          <p:cNvSpPr/>
          <p:nvPr/>
        </p:nvSpPr>
        <p:spPr>
          <a:xfrm>
            <a:off x="457200" y="914400"/>
            <a:ext cx="2743200" cy="380250"/>
          </a:xfrm>
          <a:prstGeom prst="rect">
            <a:avLst/>
          </a:prstGeom>
          <a:solidFill>
            <a:srgbClr val="C55A11"/>
          </a:solidFill>
          <a:ln>
            <a:noFill/>
          </a:ln>
        </p:spPr>
        <p:txBody>
          <a:bodyPr anchor="ctr"/>
          <a:lstStyle/>
          <a:p>
            <a:pPr algn="ctr"/>
            <a:r>
              <a:rPr lang="en-GB" sz="1200" b="1" dirty="0">
                <a:solidFill>
                  <a:srgbClr val="FFFFFF"/>
                </a:solidFill>
                <a:latin typeface="Segoe UI Black"/>
              </a:rPr>
              <a:t>✗  Without Git</a:t>
            </a:r>
          </a:p>
        </p:txBody>
      </p:sp>
      <p:sp>
        <p:nvSpPr>
          <p:cNvPr id="11" name="WOBg"/>
          <p:cNvSpPr/>
          <p:nvPr/>
        </p:nvSpPr>
        <p:spPr>
          <a:xfrm>
            <a:off x="457200" y="1294650"/>
            <a:ext cx="2743200" cy="3657600"/>
          </a:xfrm>
          <a:prstGeom prst="rect">
            <a:avLst/>
          </a:prstGeom>
          <a:solidFill>
            <a:srgbClr val="FFF8F5"/>
          </a:solidFill>
          <a:ln w="19050">
            <a:solidFill>
              <a:srgbClr val="C55A11"/>
            </a:solidFill>
          </a:ln>
        </p:spPr>
        <p:txBody>
          <a:bodyPr/>
          <a:lstStyle/>
          <a:p>
            <a:endParaRPr/>
          </a:p>
        </p:txBody>
      </p:sp>
      <p:sp>
        <p:nvSpPr>
          <p:cNvPr id="12" name="WOBody"/>
          <p:cNvSpPr txBox="1"/>
          <p:nvPr/>
        </p:nvSpPr>
        <p:spPr>
          <a:xfrm>
            <a:off x="495300" y="1332750"/>
            <a:ext cx="2667000" cy="3581400"/>
          </a:xfrm>
          <a:prstGeom prst="rect">
            <a:avLst/>
          </a:prstGeom>
          <a:noFill/>
        </p:spPr>
        <p:txBody>
          <a:bodyPr wrap="square" lIns="91440" tIns="91440" rIns="91440" bIns="91440"/>
          <a:lstStyle/>
          <a:p>
            <a:pPr>
              <a:lnSpc>
                <a:spcPct val="115000"/>
              </a:lnSpc>
              <a:spcAft>
                <a:spcPts val="150"/>
              </a:spcAft>
            </a:pPr>
            <a:r>
              <a:rPr lang="en-GB" sz="950" dirty="0">
                <a:solidFill>
                  <a:srgbClr val="444444"/>
                </a:solidFill>
                <a:latin typeface="Segoe UI"/>
              </a:rPr>
              <a:t>✘  No history — impossible to see who changed what or when</a:t>
            </a:r>
          </a:p>
          <a:p>
            <a:pPr>
              <a:lnSpc>
                <a:spcPct val="115000"/>
              </a:lnSpc>
              <a:spcAft>
                <a:spcPts val="150"/>
              </a:spcAft>
            </a:pPr>
            <a:r>
              <a:rPr lang="en-GB" sz="950" dirty="0">
                <a:solidFill>
                  <a:srgbClr val="444444"/>
                </a:solidFill>
                <a:latin typeface="Segoe UI"/>
              </a:rPr>
              <a:t>✘  No rollback — a broken change can’t be easily undone</a:t>
            </a:r>
          </a:p>
          <a:p>
            <a:pPr>
              <a:lnSpc>
                <a:spcPct val="115000"/>
              </a:lnSpc>
              <a:spcAft>
                <a:spcPts val="150"/>
              </a:spcAft>
            </a:pPr>
            <a:r>
              <a:rPr lang="en-GB" sz="950" dirty="0">
                <a:solidFill>
                  <a:srgbClr val="444444"/>
                </a:solidFill>
                <a:latin typeface="Segoe UI"/>
              </a:rPr>
              <a:t>✘  Teams overwrite each other’s work with no conflict detection</a:t>
            </a:r>
          </a:p>
          <a:p>
            <a:pPr>
              <a:lnSpc>
                <a:spcPct val="115000"/>
              </a:lnSpc>
              <a:spcAft>
                <a:spcPts val="150"/>
              </a:spcAft>
            </a:pPr>
            <a:r>
              <a:rPr lang="en-GB" sz="950" dirty="0">
                <a:solidFill>
                  <a:srgbClr val="444444"/>
                </a:solidFill>
                <a:latin typeface="Segoe UI"/>
              </a:rPr>
              <a:t>✘  Manual exports — solutions zipped and emailed or shared via file storage</a:t>
            </a:r>
          </a:p>
          <a:p>
            <a:pPr>
              <a:lnSpc>
                <a:spcPct val="115000"/>
              </a:lnSpc>
              <a:spcAft>
                <a:spcPts val="150"/>
              </a:spcAft>
            </a:pPr>
            <a:r>
              <a:rPr lang="en-GB" sz="950" dirty="0">
                <a:solidFill>
                  <a:srgbClr val="444444"/>
                </a:solidFill>
                <a:latin typeface="Segoe UI"/>
              </a:rPr>
              <a:t>✘  No audit trail for compliance or governance</a:t>
            </a:r>
          </a:p>
          <a:p>
            <a:pPr>
              <a:lnSpc>
                <a:spcPct val="115000"/>
              </a:lnSpc>
              <a:spcAft>
                <a:spcPts val="150"/>
              </a:spcAft>
            </a:pPr>
            <a:r>
              <a:rPr lang="en-GB" sz="950" dirty="0">
                <a:solidFill>
                  <a:srgbClr val="444444"/>
                </a:solidFill>
                <a:latin typeface="Segoe UI"/>
              </a:rPr>
              <a:t>✘  Deployments are manual, error-prone, and undocumented</a:t>
            </a:r>
          </a:p>
          <a:p>
            <a:pPr>
              <a:lnSpc>
                <a:spcPct val="115000"/>
              </a:lnSpc>
              <a:spcAft>
                <a:spcPts val="150"/>
              </a:spcAft>
            </a:pPr>
            <a:r>
              <a:rPr lang="en-GB" sz="950" dirty="0">
                <a:solidFill>
                  <a:srgbClr val="444444"/>
                </a:solidFill>
                <a:latin typeface="Segoe UI"/>
              </a:rPr>
              <a:t>✘  No branching — parallel feature development is nearly impossible</a:t>
            </a:r>
          </a:p>
          <a:p>
            <a:pPr>
              <a:lnSpc>
                <a:spcPct val="115000"/>
              </a:lnSpc>
            </a:pPr>
            <a:r>
              <a:rPr lang="en-GB" sz="950" dirty="0">
                <a:solidFill>
                  <a:srgbClr val="444444"/>
                </a:solidFill>
                <a:latin typeface="Segoe UI"/>
              </a:rPr>
              <a:t>✘  Disaster recovery depends on backups</a:t>
            </a:r>
          </a:p>
        </p:txBody>
      </p:sp>
      <p:sp>
        <p:nvSpPr>
          <p:cNvPr id="20" name="WGHdr"/>
          <p:cNvSpPr/>
          <p:nvPr/>
        </p:nvSpPr>
        <p:spPr>
          <a:xfrm>
            <a:off x="3352200" y="914400"/>
            <a:ext cx="2743200" cy="380250"/>
          </a:xfrm>
          <a:prstGeom prst="rect">
            <a:avLst/>
          </a:prstGeom>
          <a:solidFill>
            <a:srgbClr val="00CBBB"/>
          </a:solidFill>
          <a:ln>
            <a:noFill/>
          </a:ln>
        </p:spPr>
        <p:txBody>
          <a:bodyPr anchor="ctr"/>
          <a:lstStyle/>
          <a:p>
            <a:pPr algn="ctr"/>
            <a:r>
              <a:rPr lang="en-GB" sz="1200" b="1" dirty="0">
                <a:solidFill>
                  <a:srgbClr val="FFFFFF"/>
                </a:solidFill>
                <a:latin typeface="Segoe UI Black"/>
              </a:rPr>
              <a:t>✓  With Git</a:t>
            </a:r>
          </a:p>
        </p:txBody>
      </p:sp>
      <p:sp>
        <p:nvSpPr>
          <p:cNvPr id="21" name="WGBg"/>
          <p:cNvSpPr/>
          <p:nvPr/>
        </p:nvSpPr>
        <p:spPr>
          <a:xfrm>
            <a:off x="3352200" y="1294650"/>
            <a:ext cx="2743200" cy="3657600"/>
          </a:xfrm>
          <a:prstGeom prst="rect">
            <a:avLst/>
          </a:prstGeom>
          <a:solidFill>
            <a:srgbClr val="E8F8F7"/>
          </a:solidFill>
          <a:ln w="19050">
            <a:solidFill>
              <a:srgbClr val="00CBBB"/>
            </a:solidFill>
          </a:ln>
        </p:spPr>
        <p:txBody>
          <a:bodyPr/>
          <a:lstStyle/>
          <a:p>
            <a:endParaRPr/>
          </a:p>
        </p:txBody>
      </p:sp>
      <p:sp>
        <p:nvSpPr>
          <p:cNvPr id="22" name="WGBody"/>
          <p:cNvSpPr txBox="1"/>
          <p:nvPr/>
        </p:nvSpPr>
        <p:spPr>
          <a:xfrm>
            <a:off x="3390300" y="1332750"/>
            <a:ext cx="2667000" cy="3581400"/>
          </a:xfrm>
          <a:prstGeom prst="rect">
            <a:avLst/>
          </a:prstGeom>
          <a:noFill/>
        </p:spPr>
        <p:txBody>
          <a:bodyPr wrap="square" lIns="91440" tIns="91440" rIns="91440" bIns="91440"/>
          <a:lstStyle/>
          <a:p>
            <a:pPr>
              <a:lnSpc>
                <a:spcPct val="115000"/>
              </a:lnSpc>
              <a:spcAft>
                <a:spcPts val="150"/>
              </a:spcAft>
            </a:pPr>
            <a:r>
              <a:rPr lang="en-GB" sz="950" dirty="0">
                <a:solidFill>
                  <a:srgbClr val="1A5C58"/>
                </a:solidFill>
                <a:latin typeface="Segoe UI"/>
              </a:rPr>
              <a:t>✔  Full history — every change tracked with author, timestamp, and message</a:t>
            </a:r>
          </a:p>
          <a:p>
            <a:pPr>
              <a:lnSpc>
                <a:spcPct val="115000"/>
              </a:lnSpc>
              <a:spcAft>
                <a:spcPts val="150"/>
              </a:spcAft>
            </a:pPr>
            <a:r>
              <a:rPr lang="en-GB" sz="950" dirty="0">
                <a:solidFill>
                  <a:srgbClr val="1A5C58"/>
                </a:solidFill>
                <a:latin typeface="Segoe UI"/>
              </a:rPr>
              <a:t>✔  Rollback — revert to any previous working state instantly</a:t>
            </a:r>
          </a:p>
          <a:p>
            <a:pPr>
              <a:lnSpc>
                <a:spcPct val="115000"/>
              </a:lnSpc>
              <a:spcAft>
                <a:spcPts val="150"/>
              </a:spcAft>
            </a:pPr>
            <a:r>
              <a:rPr lang="en-GB" sz="950" dirty="0">
                <a:solidFill>
                  <a:srgbClr val="1A5C58"/>
                </a:solidFill>
                <a:latin typeface="Segoe UI"/>
              </a:rPr>
              <a:t>✔  Parallel development — branches isolate features without conflict</a:t>
            </a:r>
          </a:p>
          <a:p>
            <a:pPr>
              <a:lnSpc>
                <a:spcPct val="115000"/>
              </a:lnSpc>
              <a:spcAft>
                <a:spcPts val="150"/>
              </a:spcAft>
            </a:pPr>
            <a:r>
              <a:rPr lang="en-GB" sz="950" dirty="0">
                <a:solidFill>
                  <a:srgbClr val="1A5C58"/>
                </a:solidFill>
                <a:latin typeface="Segoe UI"/>
              </a:rPr>
              <a:t>✔  Single source of truth — Git is the authoritative record of what’s deployed</a:t>
            </a:r>
          </a:p>
          <a:p>
            <a:pPr>
              <a:lnSpc>
                <a:spcPct val="115000"/>
              </a:lnSpc>
              <a:spcAft>
                <a:spcPts val="150"/>
              </a:spcAft>
            </a:pPr>
            <a:r>
              <a:rPr lang="en-GB" sz="950" dirty="0">
                <a:solidFill>
                  <a:srgbClr val="1A5C58"/>
                </a:solidFill>
                <a:latin typeface="Segoe UI"/>
              </a:rPr>
              <a:t>✔  Audit trail — every commit is timestamped, attributable, and searchable</a:t>
            </a:r>
          </a:p>
          <a:p>
            <a:pPr>
              <a:lnSpc>
                <a:spcPct val="115000"/>
              </a:lnSpc>
              <a:spcAft>
                <a:spcPts val="150"/>
              </a:spcAft>
            </a:pPr>
            <a:r>
              <a:rPr lang="en-GB" sz="950" dirty="0">
                <a:solidFill>
                  <a:srgbClr val="1A5C58"/>
                </a:solidFill>
                <a:latin typeface="Segoe UI"/>
              </a:rPr>
              <a:t>✔  Automated deployments — pipelines trigger on commits, removing manual steps</a:t>
            </a:r>
          </a:p>
          <a:p>
            <a:pPr>
              <a:lnSpc>
                <a:spcPct val="115000"/>
              </a:lnSpc>
              <a:spcAft>
                <a:spcPts val="150"/>
              </a:spcAft>
            </a:pPr>
            <a:r>
              <a:rPr lang="en-GB" sz="950" dirty="0">
                <a:solidFill>
                  <a:srgbClr val="1A5C58"/>
                </a:solidFill>
                <a:latin typeface="Segoe UI"/>
              </a:rPr>
              <a:t>✔  Code reviews via pull requests before changes reach production</a:t>
            </a:r>
          </a:p>
          <a:p>
            <a:pPr>
              <a:lnSpc>
                <a:spcPct val="115000"/>
              </a:lnSpc>
            </a:pPr>
            <a:r>
              <a:rPr lang="en-GB" sz="950" dirty="0">
                <a:solidFill>
                  <a:srgbClr val="1A5C58"/>
                </a:solidFill>
                <a:latin typeface="Segoe UI"/>
              </a:rPr>
              <a:t>✔  Disaster recovery — the full solution can be rebuilt from source at any time</a:t>
            </a:r>
          </a:p>
        </p:txBody>
      </p:sp>
      <p:sp>
        <p:nvSpPr>
          <p:cNvPr id="30" name="ApprHdr"/>
          <p:cNvSpPr/>
          <p:nvPr/>
        </p:nvSpPr>
        <p:spPr>
          <a:xfrm>
            <a:off x="6247800" y="914400"/>
            <a:ext cx="5486400" cy="380250"/>
          </a:xfrm>
          <a:prstGeom prst="rect">
            <a:avLst/>
          </a:prstGeom>
          <a:solidFill>
            <a:srgbClr val="0761AD"/>
          </a:solidFill>
          <a:ln>
            <a:noFill/>
          </a:ln>
        </p:spPr>
        <p:txBody>
          <a:bodyPr lIns="182880" anchor="ctr"/>
          <a:lstStyle/>
          <a:p>
            <a:r>
              <a:rPr lang="en-GB" sz="1200" b="1" dirty="0">
                <a:solidFill>
                  <a:srgbClr val="FFFFFF"/>
                </a:solidFill>
                <a:latin typeface="Segoe UI Black"/>
              </a:rPr>
              <a:t>Two Approaches to Git with Power Platform</a:t>
            </a:r>
          </a:p>
        </p:txBody>
      </p:sp>
      <p:sp>
        <p:nvSpPr>
          <p:cNvPr id="31" name="A1Bg"/>
          <p:cNvSpPr/>
          <p:nvPr/>
        </p:nvSpPr>
        <p:spPr>
          <a:xfrm>
            <a:off x="6247800" y="1294650"/>
            <a:ext cx="5486400" cy="1790700"/>
          </a:xfrm>
          <a:prstGeom prst="rect">
            <a:avLst/>
          </a:prstGeom>
          <a:solidFill>
            <a:srgbClr val="F2F7FF"/>
          </a:solidFill>
          <a:ln w="19050">
            <a:solidFill>
              <a:srgbClr val="1A87CD"/>
            </a:solidFill>
          </a:ln>
        </p:spPr>
        <p:txBody>
          <a:bodyPr/>
          <a:lstStyle/>
          <a:p>
            <a:endParaRPr/>
          </a:p>
        </p:txBody>
      </p:sp>
      <p:sp>
        <p:nvSpPr>
          <p:cNvPr id="32" name="A1TopBar"/>
          <p:cNvSpPr/>
          <p:nvPr/>
        </p:nvSpPr>
        <p:spPr>
          <a:xfrm>
            <a:off x="6247800" y="1294650"/>
            <a:ext cx="5486400" cy="304800"/>
          </a:xfrm>
          <a:prstGeom prst="rect">
            <a:avLst/>
          </a:prstGeom>
          <a:solidFill>
            <a:srgbClr val="1A87CD"/>
          </a:solidFill>
          <a:ln>
            <a:noFill/>
          </a:ln>
        </p:spPr>
        <p:txBody>
          <a:bodyPr lIns="182880" anchor="ctr"/>
          <a:lstStyle/>
          <a:p>
            <a:r>
              <a:rPr lang="en-GB" sz="1200" b="1" dirty="0">
                <a:solidFill>
                  <a:srgbClr val="FFFFFF"/>
                </a:solidFill>
                <a:latin typeface="Segoe UI"/>
              </a:rPr>
              <a:t>1  —  Integrated Git  (Native)</a:t>
            </a:r>
          </a:p>
        </p:txBody>
      </p:sp>
      <p:sp>
        <p:nvSpPr>
          <p:cNvPr id="33" name="A1Body"/>
          <p:cNvSpPr txBox="1"/>
          <p:nvPr/>
        </p:nvSpPr>
        <p:spPr>
          <a:xfrm>
            <a:off x="6285900" y="1637550"/>
            <a:ext cx="5410200" cy="1409700"/>
          </a:xfrm>
          <a:prstGeom prst="rect">
            <a:avLst/>
          </a:prstGeom>
          <a:noFill/>
        </p:spPr>
        <p:txBody>
          <a:bodyPr wrap="square" lIns="91440" tIns="57150" rIns="91440" bIns="57150"/>
          <a:lstStyle/>
          <a:p>
            <a:pPr>
              <a:lnSpc>
                <a:spcPct val="115000"/>
              </a:lnSpc>
              <a:spcAft>
                <a:spcPts val="100"/>
              </a:spcAft>
            </a:pPr>
            <a:r>
              <a:rPr lang="en-GB" sz="950" dirty="0">
                <a:solidFill>
                  <a:srgbClr val="333333"/>
                </a:solidFill>
                <a:latin typeface="Segoe UI"/>
              </a:rPr>
              <a:t>Built directly into the Power Platform Solutions experience. Makers commit and sync changes to an Azure DevOps Git repository from within Power Apps, Copilot Studio, Power Automate, or Power Pages — no command line required.</a:t>
            </a:r>
          </a:p>
          <a:p>
            <a:pPr>
              <a:lnSpc>
                <a:spcPct val="115000"/>
              </a:lnSpc>
              <a:spcAft>
                <a:spcPts val="80"/>
              </a:spcAft>
            </a:pPr>
            <a:r>
              <a:rPr lang="en-GB" sz="950" b="1" dirty="0">
                <a:solidFill>
                  <a:srgbClr val="1A87CD"/>
                </a:solidFill>
                <a:latin typeface="Segoe UI"/>
              </a:rPr>
              <a:t>Best for:</a:t>
            </a:r>
            <a:r>
              <a:rPr lang="en-GB" sz="950" dirty="0">
                <a:solidFill>
                  <a:srgbClr val="444444"/>
                </a:solidFill>
                <a:latin typeface="Segoe UI"/>
              </a:rPr>
              <a:t>  Citizen developers and makers who need version control without learning Git tooling</a:t>
            </a:r>
          </a:p>
          <a:p>
            <a:pPr>
              <a:lnSpc>
                <a:spcPct val="115000"/>
              </a:lnSpc>
              <a:spcAft>
                <a:spcPts val="80"/>
              </a:spcAft>
            </a:pPr>
            <a:r>
              <a:rPr lang="en-GB" sz="950" b="1" dirty="0">
                <a:solidFill>
                  <a:srgbClr val="C55A11"/>
                </a:solidFill>
                <a:latin typeface="Segoe UI"/>
              </a:rPr>
              <a:t>Requires:</a:t>
            </a:r>
            <a:r>
              <a:rPr lang="en-GB" sz="950" dirty="0">
                <a:solidFill>
                  <a:srgbClr val="444444"/>
                </a:solidFill>
                <a:latin typeface="Segoe UI"/>
              </a:rPr>
              <a:t>  Managed Environments • Azure DevOps subscription • DEV environments only</a:t>
            </a:r>
          </a:p>
        </p:txBody>
      </p:sp>
      <p:sp>
        <p:nvSpPr>
          <p:cNvPr id="40" name="A2Bg"/>
          <p:cNvSpPr/>
          <p:nvPr/>
        </p:nvSpPr>
        <p:spPr>
          <a:xfrm>
            <a:off x="6247800" y="3238200"/>
            <a:ext cx="5486400" cy="1790700"/>
          </a:xfrm>
          <a:prstGeom prst="rect">
            <a:avLst/>
          </a:prstGeom>
          <a:solidFill>
            <a:srgbClr val="F2F7FF"/>
          </a:solidFill>
          <a:ln w="19050">
            <a:solidFill>
              <a:srgbClr val="0761AD"/>
            </a:solidFill>
          </a:ln>
        </p:spPr>
        <p:txBody>
          <a:bodyPr/>
          <a:lstStyle/>
          <a:p>
            <a:endParaRPr/>
          </a:p>
        </p:txBody>
      </p:sp>
      <p:sp>
        <p:nvSpPr>
          <p:cNvPr id="41" name="A2TopBar"/>
          <p:cNvSpPr/>
          <p:nvPr/>
        </p:nvSpPr>
        <p:spPr>
          <a:xfrm>
            <a:off x="6247800" y="3238200"/>
            <a:ext cx="5486400" cy="304800"/>
          </a:xfrm>
          <a:prstGeom prst="rect">
            <a:avLst/>
          </a:prstGeom>
          <a:solidFill>
            <a:srgbClr val="0761AD"/>
          </a:solidFill>
          <a:ln>
            <a:noFill/>
          </a:ln>
        </p:spPr>
        <p:txBody>
          <a:bodyPr lIns="182880" anchor="ctr"/>
          <a:lstStyle/>
          <a:p>
            <a:r>
              <a:rPr lang="en-GB" sz="1200" b="1" dirty="0">
                <a:solidFill>
                  <a:srgbClr val="FFFFFF"/>
                </a:solidFill>
                <a:latin typeface="Segoe UI"/>
              </a:rPr>
              <a:t>2  —  Pipelines + PAC CLI  (Pro Code)</a:t>
            </a:r>
          </a:p>
        </p:txBody>
      </p:sp>
      <p:sp>
        <p:nvSpPr>
          <p:cNvPr id="42" name="A2Body"/>
          <p:cNvSpPr txBox="1"/>
          <p:nvPr/>
        </p:nvSpPr>
        <p:spPr>
          <a:xfrm>
            <a:off x="6285900" y="3581100"/>
            <a:ext cx="5410200" cy="1409700"/>
          </a:xfrm>
          <a:prstGeom prst="rect">
            <a:avLst/>
          </a:prstGeom>
          <a:noFill/>
        </p:spPr>
        <p:txBody>
          <a:bodyPr wrap="square" lIns="91440" tIns="57150" rIns="91440" bIns="57150"/>
          <a:lstStyle/>
          <a:p>
            <a:pPr>
              <a:lnSpc>
                <a:spcPct val="115000"/>
              </a:lnSpc>
              <a:spcAft>
                <a:spcPts val="100"/>
              </a:spcAft>
            </a:pPr>
            <a:r>
              <a:rPr lang="en-GB" sz="950" dirty="0">
                <a:solidFill>
                  <a:srgbClr val="333333"/>
                </a:solidFill>
                <a:latin typeface="Segoe UI"/>
              </a:rPr>
              <a:t>Azure DevOps pipelines use PAC CLI tasks to export solutions from DEV, unpack them into source files, commit to Git, then build managed solutions and deploy through TEST and PROD. Source control is the single source of truth.</a:t>
            </a:r>
          </a:p>
          <a:p>
            <a:pPr>
              <a:lnSpc>
                <a:spcPct val="115000"/>
              </a:lnSpc>
              <a:spcAft>
                <a:spcPts val="80"/>
              </a:spcAft>
            </a:pPr>
            <a:r>
              <a:rPr lang="en-GB" sz="950" b="1" dirty="0">
                <a:solidFill>
                  <a:srgbClr val="0761AD"/>
                </a:solidFill>
                <a:latin typeface="Segoe UI"/>
              </a:rPr>
              <a:t>Best for:</a:t>
            </a:r>
            <a:r>
              <a:rPr lang="en-GB" sz="950" dirty="0">
                <a:solidFill>
                  <a:srgbClr val="444444"/>
                </a:solidFill>
                <a:latin typeface="Segoe UI"/>
              </a:rPr>
              <a:t>  Pro developers and teams needing full CI/CD, quality gates, and automated testing</a:t>
            </a:r>
          </a:p>
          <a:p>
            <a:pPr>
              <a:lnSpc>
                <a:spcPct val="115000"/>
              </a:lnSpc>
            </a:pPr>
            <a:r>
              <a:rPr lang="en-GB" sz="950" b="1" dirty="0">
                <a:solidFill>
                  <a:srgbClr val="00867C"/>
                </a:solidFill>
                <a:latin typeface="Segoe UI"/>
              </a:rPr>
              <a:t>Used in this bootcamp:</a:t>
            </a:r>
            <a:r>
              <a:rPr lang="en-GB" sz="950" dirty="0">
                <a:solidFill>
                  <a:srgbClr val="444444"/>
                </a:solidFill>
                <a:latin typeface="Segoe UI"/>
              </a:rPr>
              <a:t>  This is the approach we will be implementing in today’s labs</a:t>
            </a:r>
          </a:p>
        </p:txBody>
      </p:sp>
      <p:sp>
        <p:nvSpPr>
          <p:cNvPr id="50" name="BotNote"/>
          <p:cNvSpPr/>
          <p:nvPr/>
        </p:nvSpPr>
        <p:spPr>
          <a:xfrm>
            <a:off x="6247800" y="5124600"/>
            <a:ext cx="5486400" cy="419100"/>
          </a:xfrm>
          <a:prstGeom prst="rect">
            <a:avLst/>
          </a:prstGeom>
          <a:solidFill>
            <a:srgbClr val="0F1F3D"/>
          </a:solidFill>
          <a:ln>
            <a:noFill/>
          </a:ln>
        </p:spPr>
        <p:txBody>
          <a:bodyPr wrap="square" lIns="182880" tIns="91440" rIns="182880" bIns="91440" anchor="ctr"/>
          <a:lstStyle/>
          <a:p>
            <a:r>
              <a:rPr lang="en-GB" sz="950" dirty="0">
                <a:solidFill>
                  <a:srgbClr val="AAAAAA"/>
                </a:solidFill>
                <a:latin typeface="Segoe UI"/>
              </a:rPr>
              <a:t>Both approaches use </a:t>
            </a:r>
            <a:r>
              <a:rPr lang="en-GB" sz="950" b="1" dirty="0">
                <a:solidFill>
                  <a:srgbClr val="5B9BD5"/>
                </a:solidFill>
                <a:latin typeface="Segoe UI"/>
              </a:rPr>
              <a:t>Azure DevOps Git</a:t>
            </a:r>
            <a:r>
              <a:rPr lang="en-GB" sz="950" dirty="0">
                <a:solidFill>
                  <a:srgbClr val="AAAAAA"/>
                </a:solidFill>
                <a:latin typeface="Segoe UI"/>
              </a:rPr>
              <a:t> as the repository. They are complementary — Integrated Git handles the DEV commit workflow; pipelines handle the build and deployment workflow.</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FB408-9308-46FB-B720-ECA4384E8012}"/>
              </a:ext>
            </a:extLst>
          </p:cNvPr>
          <p:cNvSpPr>
            <a:spLocks noGrp="1"/>
          </p:cNvSpPr>
          <p:nvPr>
            <p:ph type="title"/>
          </p:nvPr>
        </p:nvSpPr>
        <p:spPr/>
        <p:txBody>
          <a:bodyPr/>
          <a:lstStyle/>
          <a:p>
            <a:r>
              <a:rPr lang="en-GB" dirty="0"/>
              <a:t>Build Process</a:t>
            </a:r>
          </a:p>
        </p:txBody>
      </p:sp>
      <p:graphicFrame>
        <p:nvGraphicFramePr>
          <p:cNvPr id="25" name="Diagram 24">
            <a:extLst>
              <a:ext uri="{FF2B5EF4-FFF2-40B4-BE49-F238E27FC236}">
                <a16:creationId xmlns:a16="http://schemas.microsoft.com/office/drawing/2014/main" id="{3A48726E-37A8-49B9-85AC-0730A9AB2BDC}"/>
              </a:ext>
            </a:extLst>
          </p:cNvPr>
          <p:cNvGraphicFramePr/>
          <p:nvPr>
            <p:extLst>
              <p:ext uri="{D42A27DB-BD31-4B8C-83A1-F6EECF244321}">
                <p14:modId xmlns:p14="http://schemas.microsoft.com/office/powerpoint/2010/main" val="186160676"/>
              </p:ext>
            </p:extLst>
          </p:nvPr>
        </p:nvGraphicFramePr>
        <p:xfrm>
          <a:off x="985439" y="35588"/>
          <a:ext cx="9877946" cy="60023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63923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graphicEl>
                                              <a:dgm id="{5E24D3A6-8425-4985-9887-3007A5739949}"/>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graphicEl>
                                              <a:dgm id="{5E6ADCBE-372D-4BA9-A979-5A31ECDCDC40}"/>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graphicEl>
                                              <a:dgm id="{E53EF5A2-9B51-4860-94D7-DCC04E9C7EA3}"/>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graphicEl>
                                              <a:dgm id="{97B330FB-580F-44AC-B8D7-C75FE33FD7C0}"/>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graphicEl>
                                              <a:dgm id="{47295986-DACE-425A-84B0-E664787F38E3}"/>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graphicEl>
                                              <a:dgm id="{10C42DA6-E5EC-432C-9EE3-A0B3DBD402BC}"/>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graphicEl>
                                              <a:dgm id="{21E181B6-3FD8-4DAC-8298-5C17B4D5C3CD}"/>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graphicEl>
                                              <a:dgm id="{3E1AEA04-6E5B-48C8-A007-B09A7ACB56D7}"/>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5" grpId="0">
        <p:bldSub>
          <a:bldDgm bld="lvl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FB408-9308-46FB-B720-ECA4384E8012}"/>
              </a:ext>
            </a:extLst>
          </p:cNvPr>
          <p:cNvSpPr>
            <a:spLocks noGrp="1"/>
          </p:cNvSpPr>
          <p:nvPr>
            <p:ph type="title"/>
          </p:nvPr>
        </p:nvSpPr>
        <p:spPr/>
        <p:txBody>
          <a:bodyPr/>
          <a:lstStyle/>
          <a:p>
            <a:r>
              <a:rPr lang="en-GB" dirty="0"/>
              <a:t>Release Process</a:t>
            </a:r>
          </a:p>
        </p:txBody>
      </p:sp>
      <p:graphicFrame>
        <p:nvGraphicFramePr>
          <p:cNvPr id="25" name="Diagram 24">
            <a:extLst>
              <a:ext uri="{FF2B5EF4-FFF2-40B4-BE49-F238E27FC236}">
                <a16:creationId xmlns:a16="http://schemas.microsoft.com/office/drawing/2014/main" id="{3A48726E-37A8-49B9-85AC-0730A9AB2BDC}"/>
              </a:ext>
            </a:extLst>
          </p:cNvPr>
          <p:cNvGraphicFramePr/>
          <p:nvPr>
            <p:extLst>
              <p:ext uri="{D42A27DB-BD31-4B8C-83A1-F6EECF244321}">
                <p14:modId xmlns:p14="http://schemas.microsoft.com/office/powerpoint/2010/main" val="610514045"/>
              </p:ext>
            </p:extLst>
          </p:nvPr>
        </p:nvGraphicFramePr>
        <p:xfrm>
          <a:off x="980750" y="633885"/>
          <a:ext cx="9877946" cy="60023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6940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graphicEl>
                                              <a:dgm id="{5E24D3A6-8425-4985-9887-3007A5739949}"/>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graphicEl>
                                              <a:dgm id="{5E6ADCBE-372D-4BA9-A979-5A31ECDCDC40}"/>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graphicEl>
                                              <a:dgm id="{E53EF5A2-9B51-4860-94D7-DCC04E9C7EA3}"/>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graphicEl>
                                              <a:dgm id="{97B330FB-580F-44AC-B8D7-C75FE33FD7C0}"/>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graphicEl>
                                              <a:dgm id="{47295986-DACE-425A-84B0-E664787F38E3}"/>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graphicEl>
                                              <a:dgm id="{10C42DA6-E5EC-432C-9EE3-A0B3DBD402BC}"/>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graphicEl>
                                              <a:dgm id="{21E181B6-3FD8-4DAC-8298-5C17B4D5C3CD}"/>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graphicEl>
                                              <a:dgm id="{3E1AEA04-6E5B-48C8-A007-B09A7ACB56D7}"/>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5" grpId="0">
        <p:bldSub>
          <a:bldDgm bld="lvlOne"/>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08DEF-651E-4C3A-9740-D618A7C0A1EC}"/>
              </a:ext>
            </a:extLst>
          </p:cNvPr>
          <p:cNvSpPr>
            <a:spLocks noGrp="1"/>
          </p:cNvSpPr>
          <p:nvPr>
            <p:ph type="title"/>
          </p:nvPr>
        </p:nvSpPr>
        <p:spPr/>
        <p:txBody>
          <a:bodyPr/>
          <a:lstStyle/>
          <a:p>
            <a:r>
              <a:rPr lang="en-GB" dirty="0"/>
              <a:t>Power Platform Build Tools</a:t>
            </a:r>
          </a:p>
        </p:txBody>
      </p:sp>
      <p:sp>
        <p:nvSpPr>
          <p:cNvPr id="3" name="Content Placeholder 2">
            <a:extLst>
              <a:ext uri="{FF2B5EF4-FFF2-40B4-BE49-F238E27FC236}">
                <a16:creationId xmlns:a16="http://schemas.microsoft.com/office/drawing/2014/main" id="{16E68E86-531E-44CC-9EA0-572251F4EEED}"/>
              </a:ext>
            </a:extLst>
          </p:cNvPr>
          <p:cNvSpPr>
            <a:spLocks noGrp="1"/>
          </p:cNvSpPr>
          <p:nvPr>
            <p:ph idx="1"/>
          </p:nvPr>
        </p:nvSpPr>
        <p:spPr>
          <a:xfrm>
            <a:off x="254759" y="1110018"/>
            <a:ext cx="7758274" cy="5231641"/>
          </a:xfrm>
        </p:spPr>
        <p:txBody>
          <a:bodyPr/>
          <a:lstStyle/>
          <a:p>
            <a:pPr marL="285664" indent="-285664"/>
            <a:r>
              <a:rPr lang="en-GB" sz="2399" b="1" dirty="0"/>
              <a:t>Preview</a:t>
            </a:r>
            <a:r>
              <a:rPr lang="en-GB" sz="2399" dirty="0"/>
              <a:t> Released in July </a:t>
            </a:r>
            <a:r>
              <a:rPr lang="en-GB" sz="2399" b="1" dirty="0"/>
              <a:t>2019</a:t>
            </a:r>
            <a:r>
              <a:rPr lang="en-GB" sz="2399" dirty="0"/>
              <a:t> and Initial Release in June </a:t>
            </a:r>
            <a:r>
              <a:rPr lang="en-GB" sz="2399" b="1" dirty="0"/>
              <a:t>2020</a:t>
            </a:r>
          </a:p>
          <a:p>
            <a:pPr marL="285664" indent="-285664"/>
            <a:r>
              <a:rPr lang="en-GB" sz="2399" dirty="0"/>
              <a:t>Supports Dynamics CE/PowerApps</a:t>
            </a:r>
          </a:p>
          <a:p>
            <a:pPr marL="285664" indent="-285664"/>
            <a:r>
              <a:rPr lang="en-GB" sz="2399" dirty="0"/>
              <a:t>Published by </a:t>
            </a:r>
            <a:r>
              <a:rPr lang="en-GB" sz="2399" b="1" dirty="0"/>
              <a:t>Microsoft</a:t>
            </a:r>
          </a:p>
          <a:p>
            <a:pPr marL="285664" indent="-285664"/>
            <a:r>
              <a:rPr lang="en-GB" sz="2399" b="1" dirty="0"/>
              <a:t>Over 25</a:t>
            </a:r>
            <a:r>
              <a:rPr lang="en-GB" sz="2399" dirty="0"/>
              <a:t> Azure DevOps Tasks for</a:t>
            </a:r>
          </a:p>
          <a:p>
            <a:pPr marL="742864" lvl="1" indent="-285664"/>
            <a:r>
              <a:rPr lang="en-GB" sz="2399" dirty="0"/>
              <a:t>Solution Import/Export/Apply</a:t>
            </a:r>
          </a:p>
          <a:p>
            <a:pPr marL="742864" lvl="1" indent="-285664"/>
            <a:r>
              <a:rPr lang="en-GB" sz="2399" dirty="0"/>
              <a:t>Solution Pack/Unpack</a:t>
            </a:r>
          </a:p>
          <a:p>
            <a:pPr marL="742864" lvl="1" indent="-285664"/>
            <a:r>
              <a:rPr lang="en-GB" sz="2399" dirty="0"/>
              <a:t>Package Deployer</a:t>
            </a:r>
          </a:p>
          <a:p>
            <a:pPr marL="742864" lvl="1" indent="-285664"/>
            <a:r>
              <a:rPr lang="en-GB" sz="2399" dirty="0"/>
              <a:t>Solution Checker</a:t>
            </a:r>
          </a:p>
          <a:p>
            <a:pPr marL="742864" lvl="1" indent="-285664"/>
            <a:r>
              <a:rPr lang="en-GB" sz="2399" dirty="0"/>
              <a:t>Utilities (Version/Publish)</a:t>
            </a:r>
          </a:p>
          <a:p>
            <a:pPr marL="742864" lvl="1" indent="-285664"/>
            <a:r>
              <a:rPr lang="en-GB" sz="2399" dirty="0"/>
              <a:t>Environments Management</a:t>
            </a:r>
          </a:p>
          <a:p>
            <a:pPr marL="742864" lvl="1" indent="-285664"/>
            <a:r>
              <a:rPr lang="en-GB" sz="2399" dirty="0"/>
              <a:t>Power Apps Pages/Data</a:t>
            </a:r>
          </a:p>
        </p:txBody>
      </p:sp>
      <p:pic>
        <p:nvPicPr>
          <p:cNvPr id="5" name="Picture 4">
            <a:extLst>
              <a:ext uri="{FF2B5EF4-FFF2-40B4-BE49-F238E27FC236}">
                <a16:creationId xmlns:a16="http://schemas.microsoft.com/office/drawing/2014/main" id="{634C58DD-43D3-49B9-8E87-C3943E07316E}"/>
              </a:ext>
            </a:extLst>
          </p:cNvPr>
          <p:cNvPicPr>
            <a:picLocks noChangeAspect="1"/>
          </p:cNvPicPr>
          <p:nvPr/>
        </p:nvPicPr>
        <p:blipFill>
          <a:blip r:embed="rId3"/>
          <a:stretch>
            <a:fillRect/>
          </a:stretch>
        </p:blipFill>
        <p:spPr>
          <a:xfrm>
            <a:off x="8866497" y="974133"/>
            <a:ext cx="3043450" cy="5372085"/>
          </a:xfrm>
          <a:prstGeom prst="rect">
            <a:avLst/>
          </a:prstGeom>
        </p:spPr>
      </p:pic>
      <p:pic>
        <p:nvPicPr>
          <p:cNvPr id="2050" name="Picture 2">
            <a:extLst>
              <a:ext uri="{FF2B5EF4-FFF2-40B4-BE49-F238E27FC236}">
                <a16:creationId xmlns:a16="http://schemas.microsoft.com/office/drawing/2014/main" id="{CF96CE90-EFC1-4D1E-B012-4C29450540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13033" y="-1"/>
            <a:ext cx="777023" cy="777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1875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08DEF-651E-4C3A-9740-D618A7C0A1EC}"/>
              </a:ext>
            </a:extLst>
          </p:cNvPr>
          <p:cNvSpPr>
            <a:spLocks noGrp="1"/>
          </p:cNvSpPr>
          <p:nvPr>
            <p:ph type="title"/>
          </p:nvPr>
        </p:nvSpPr>
        <p:spPr/>
        <p:txBody>
          <a:bodyPr/>
          <a:lstStyle/>
          <a:p>
            <a:r>
              <a:rPr lang="en-GB" dirty="0"/>
              <a:t>Power DevOps Tools</a:t>
            </a:r>
          </a:p>
        </p:txBody>
      </p:sp>
      <p:sp>
        <p:nvSpPr>
          <p:cNvPr id="3" name="Content Placeholder 2">
            <a:extLst>
              <a:ext uri="{FF2B5EF4-FFF2-40B4-BE49-F238E27FC236}">
                <a16:creationId xmlns:a16="http://schemas.microsoft.com/office/drawing/2014/main" id="{16E68E86-531E-44CC-9EA0-572251F4EEED}"/>
              </a:ext>
            </a:extLst>
          </p:cNvPr>
          <p:cNvSpPr>
            <a:spLocks noGrp="1"/>
          </p:cNvSpPr>
          <p:nvPr>
            <p:ph idx="1"/>
          </p:nvPr>
        </p:nvSpPr>
        <p:spPr>
          <a:xfrm>
            <a:off x="254759" y="1110018"/>
            <a:ext cx="7908326" cy="5231641"/>
          </a:xfrm>
        </p:spPr>
        <p:txBody>
          <a:bodyPr>
            <a:normAutofit lnSpcReduction="10000"/>
          </a:bodyPr>
          <a:lstStyle/>
          <a:p>
            <a:r>
              <a:rPr lang="en-GB" dirty="0"/>
              <a:t>Released in Jan 2017</a:t>
            </a:r>
          </a:p>
          <a:p>
            <a:r>
              <a:rPr lang="en-GB" dirty="0"/>
              <a:t>Supports 9.x/</a:t>
            </a:r>
            <a:r>
              <a:rPr lang="en-GB" b="1" dirty="0"/>
              <a:t>8.2* </a:t>
            </a:r>
            <a:r>
              <a:rPr lang="en-GB" dirty="0"/>
              <a:t>(Online/</a:t>
            </a:r>
            <a:r>
              <a:rPr lang="en-GB" b="1" dirty="0"/>
              <a:t>On-premises*)</a:t>
            </a:r>
          </a:p>
          <a:p>
            <a:r>
              <a:rPr lang="en-GB" dirty="0"/>
              <a:t>Free Open Source on </a:t>
            </a:r>
            <a:r>
              <a:rPr lang="en-GB" dirty="0">
                <a:hlinkClick r:id="rId3"/>
              </a:rPr>
              <a:t>GitHub</a:t>
            </a:r>
            <a:endParaRPr lang="en-GB" dirty="0"/>
          </a:p>
          <a:p>
            <a:r>
              <a:rPr lang="en-GB" b="1" dirty="0"/>
              <a:t>Over 50</a:t>
            </a:r>
            <a:r>
              <a:rPr lang="en-GB" dirty="0"/>
              <a:t> Azure DevOps Tasks for:</a:t>
            </a:r>
          </a:p>
          <a:p>
            <a:pPr marL="742864" lvl="1" indent="-285664"/>
            <a:r>
              <a:rPr lang="en-GB" sz="2399" dirty="0"/>
              <a:t>Solution Import/Export/Upgrade</a:t>
            </a:r>
          </a:p>
          <a:p>
            <a:pPr marL="742864" lvl="1" indent="-285664"/>
            <a:r>
              <a:rPr lang="en-GB" sz="2399" dirty="0"/>
              <a:t>Solution Pack/Unpack (</a:t>
            </a:r>
            <a:r>
              <a:rPr lang="en-GB" sz="2399" b="1" dirty="0"/>
              <a:t>Mapping File</a:t>
            </a:r>
            <a:r>
              <a:rPr lang="en-GB" sz="2399" dirty="0"/>
              <a:t>)</a:t>
            </a:r>
          </a:p>
          <a:p>
            <a:pPr marL="742864" lvl="1" indent="-285664"/>
            <a:r>
              <a:rPr lang="en-GB" sz="2399" dirty="0"/>
              <a:t>Package Deployer</a:t>
            </a:r>
          </a:p>
          <a:p>
            <a:pPr marL="742864" lvl="1" indent="-285664"/>
            <a:r>
              <a:rPr lang="en-GB" sz="2399" dirty="0"/>
              <a:t>Solution Checker (</a:t>
            </a:r>
            <a:r>
              <a:rPr lang="en-GB" sz="2399" b="1" dirty="0"/>
              <a:t>Quality Gate</a:t>
            </a:r>
            <a:r>
              <a:rPr lang="en-GB" sz="2399" dirty="0"/>
              <a:t>)</a:t>
            </a:r>
          </a:p>
          <a:p>
            <a:pPr marL="742864" lvl="1" indent="-285664"/>
            <a:r>
              <a:rPr lang="en-GB" sz="2399" dirty="0"/>
              <a:t>Environments Management (</a:t>
            </a:r>
            <a:r>
              <a:rPr lang="en-GB" sz="2399" b="1" dirty="0"/>
              <a:t>Get</a:t>
            </a:r>
            <a:r>
              <a:rPr lang="en-GB" sz="2399" dirty="0"/>
              <a:t>/</a:t>
            </a:r>
            <a:r>
              <a:rPr lang="en-GB" sz="2399" b="1" dirty="0"/>
              <a:t>Admin Mode</a:t>
            </a:r>
            <a:r>
              <a:rPr lang="en-GB" sz="2399" dirty="0"/>
              <a:t>)</a:t>
            </a:r>
          </a:p>
          <a:p>
            <a:pPr marL="742864" lvl="1" indent="-285664"/>
            <a:r>
              <a:rPr lang="en-GB" sz="2399" dirty="0"/>
              <a:t>Utilities (Version/Publish/</a:t>
            </a:r>
            <a:r>
              <a:rPr lang="en-GB" sz="2399" b="1" dirty="0"/>
              <a:t>Plug-ins</a:t>
            </a:r>
            <a:r>
              <a:rPr lang="en-GB" sz="2399" dirty="0"/>
              <a:t>/</a:t>
            </a:r>
            <a:r>
              <a:rPr lang="en-GB" sz="2399" b="1" dirty="0"/>
              <a:t>Web Resources</a:t>
            </a:r>
            <a:r>
              <a:rPr lang="en-GB" sz="2399" dirty="0"/>
              <a:t>)</a:t>
            </a:r>
          </a:p>
          <a:p>
            <a:pPr lvl="1"/>
            <a:r>
              <a:rPr lang="en-GB" b="1" dirty="0"/>
              <a:t>Solutions (CRUD/Copy/Clone/Patch/Validate)</a:t>
            </a:r>
          </a:p>
          <a:p>
            <a:pPr lvl="1"/>
            <a:r>
              <a:rPr lang="en-GB" b="1" dirty="0"/>
              <a:t>Reference Data (CMT) / Configuration Data</a:t>
            </a:r>
          </a:p>
          <a:p>
            <a:pPr lvl="1"/>
            <a:r>
              <a:rPr lang="en-GB" dirty="0"/>
              <a:t>Environment Variables</a:t>
            </a:r>
            <a:r>
              <a:rPr lang="en-GB" b="1" dirty="0"/>
              <a:t>/Service Endpoints</a:t>
            </a:r>
          </a:p>
        </p:txBody>
      </p:sp>
      <p:pic>
        <p:nvPicPr>
          <p:cNvPr id="4" name="Picture 3">
            <a:extLst>
              <a:ext uri="{FF2B5EF4-FFF2-40B4-BE49-F238E27FC236}">
                <a16:creationId xmlns:a16="http://schemas.microsoft.com/office/drawing/2014/main" id="{5852BF1A-F68D-455B-A8D8-8188E1F069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8357" y="37664"/>
            <a:ext cx="811773" cy="811773"/>
          </a:xfrm>
          <a:prstGeom prst="rect">
            <a:avLst/>
          </a:prstGeom>
        </p:spPr>
      </p:pic>
      <p:pic>
        <p:nvPicPr>
          <p:cNvPr id="5" name="Picture 4">
            <a:extLst>
              <a:ext uri="{FF2B5EF4-FFF2-40B4-BE49-F238E27FC236}">
                <a16:creationId xmlns:a16="http://schemas.microsoft.com/office/drawing/2014/main" id="{F84840B0-3BB4-469E-A913-F0D33BE8C2C2}"/>
              </a:ext>
            </a:extLst>
          </p:cNvPr>
          <p:cNvPicPr>
            <a:picLocks noChangeAspect="1"/>
          </p:cNvPicPr>
          <p:nvPr/>
        </p:nvPicPr>
        <p:blipFill>
          <a:blip r:embed="rId5"/>
          <a:stretch>
            <a:fillRect/>
          </a:stretch>
        </p:blipFill>
        <p:spPr>
          <a:xfrm>
            <a:off x="8163085" y="1078366"/>
            <a:ext cx="3897721" cy="5186627"/>
          </a:xfrm>
          <a:prstGeom prst="rect">
            <a:avLst/>
          </a:prstGeom>
        </p:spPr>
      </p:pic>
    </p:spTree>
    <p:extLst>
      <p:ext uri="{BB962C8B-B14F-4D97-AF65-F5344CB8AC3E}">
        <p14:creationId xmlns:p14="http://schemas.microsoft.com/office/powerpoint/2010/main" val="212912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5AC9552-07ED-CCF4-FE92-06E6703FA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AB3EB4-8F3F-F1FB-4CE1-3EE3D8A227A7}"/>
              </a:ext>
            </a:extLst>
          </p:cNvPr>
          <p:cNvSpPr>
            <a:spLocks noGrp="1"/>
          </p:cNvSpPr>
          <p:nvPr>
            <p:ph type="title"/>
          </p:nvPr>
        </p:nvSpPr>
        <p:spPr/>
        <p:txBody>
          <a:bodyPr/>
          <a:lstStyle/>
          <a:p>
            <a:r>
              <a:rPr lang="en-GB" dirty="0"/>
              <a:t>PP Pipelines</a:t>
            </a:r>
          </a:p>
        </p:txBody>
      </p:sp>
      <p:pic>
        <p:nvPicPr>
          <p:cNvPr id="8" name="Picture 7">
            <a:extLst>
              <a:ext uri="{FF2B5EF4-FFF2-40B4-BE49-F238E27FC236}">
                <a16:creationId xmlns:a16="http://schemas.microsoft.com/office/drawing/2014/main" id="{4931935A-81BC-E2FA-98A1-EF597F6C8837}"/>
              </a:ext>
            </a:extLst>
          </p:cNvPr>
          <p:cNvPicPr>
            <a:picLocks noChangeAspect="1"/>
          </p:cNvPicPr>
          <p:nvPr/>
        </p:nvPicPr>
        <p:blipFill>
          <a:blip r:embed="rId3"/>
          <a:stretch>
            <a:fillRect/>
          </a:stretch>
        </p:blipFill>
        <p:spPr>
          <a:xfrm>
            <a:off x="1181064" y="1171558"/>
            <a:ext cx="9829872" cy="4514883"/>
          </a:xfrm>
          <a:prstGeom prst="rect">
            <a:avLst/>
          </a:prstGeom>
        </p:spPr>
      </p:pic>
    </p:spTree>
    <p:extLst>
      <p:ext uri="{BB962C8B-B14F-4D97-AF65-F5344CB8AC3E}">
        <p14:creationId xmlns:p14="http://schemas.microsoft.com/office/powerpoint/2010/main" val="1716464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561E9E-F033-30EF-3B88-781934DD7664}"/>
              </a:ext>
            </a:extLst>
          </p:cNvPr>
          <p:cNvSpPr>
            <a:spLocks noGrp="1"/>
          </p:cNvSpPr>
          <p:nvPr>
            <p:ph type="title"/>
          </p:nvPr>
        </p:nvSpPr>
        <p:spPr/>
        <p:txBody>
          <a:bodyPr/>
          <a:lstStyle/>
          <a:p>
            <a:r>
              <a:rPr lang="en-GB" dirty="0"/>
              <a:t>Current State of Power Platform DevOps</a:t>
            </a:r>
            <a:endParaRPr lang="en-US" dirty="0"/>
          </a:p>
        </p:txBody>
      </p:sp>
      <p:pic>
        <p:nvPicPr>
          <p:cNvPr id="4098" name="Picture 2" descr="dashboard of a modern car">
            <a:extLst>
              <a:ext uri="{FF2B5EF4-FFF2-40B4-BE49-F238E27FC236}">
                <a16:creationId xmlns:a16="http://schemas.microsoft.com/office/drawing/2014/main" id="{45F4F9D7-BD23-9BEB-C254-E25D205A01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6827" y="1690688"/>
            <a:ext cx="4698345" cy="4698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1787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Ultra Dynamics">
      <a:dk1>
        <a:srgbClr val="0761AD"/>
      </a:dk1>
      <a:lt1>
        <a:srgbClr val="F2F7FF"/>
      </a:lt1>
      <a:dk2>
        <a:srgbClr val="7FD858"/>
      </a:dk2>
      <a:lt2>
        <a:srgbClr val="DBDBDB"/>
      </a:lt2>
      <a:accent1>
        <a:srgbClr val="0761AD"/>
      </a:accent1>
      <a:accent2>
        <a:srgbClr val="FF7385"/>
      </a:accent2>
      <a:accent3>
        <a:srgbClr val="00CBBB"/>
      </a:accent3>
      <a:accent4>
        <a:srgbClr val="FF9B6B"/>
      </a:accent4>
      <a:accent5>
        <a:srgbClr val="5B9BD5"/>
      </a:accent5>
      <a:accent6>
        <a:srgbClr val="FF5758"/>
      </a:accent6>
      <a:hlink>
        <a:srgbClr val="64ADD5"/>
      </a:hlink>
      <a:folHlink>
        <a:srgbClr val="FF5758"/>
      </a:folHlink>
    </a:clrScheme>
    <a:fontScheme name="Ultra Dynamics">
      <a:majorFont>
        <a:latin typeface="Segoe UI Black"/>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61065</TotalTime>
  <Words>2494</Words>
  <Application>Microsoft Macintosh PowerPoint</Application>
  <PresentationFormat>Widescreen</PresentationFormat>
  <Paragraphs>382</Paragraphs>
  <Slides>22</Slides>
  <Notes>8</Notes>
  <HiddenSlides>18</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Segoe UI</vt:lpstr>
      <vt:lpstr>Segoe UI Black</vt:lpstr>
      <vt:lpstr>Office Theme</vt:lpstr>
      <vt:lpstr>PowerPoint Presentation</vt:lpstr>
      <vt:lpstr>Automated testing</vt:lpstr>
      <vt:lpstr>Playwright</vt:lpstr>
      <vt:lpstr>Options</vt:lpstr>
      <vt:lpstr>Agenda</vt:lpstr>
      <vt:lpstr>Intro to DevOps</vt:lpstr>
      <vt:lpstr>Early days of Power Platform DevOps</vt:lpstr>
      <vt:lpstr>Current Expectations of Power Platform DevOps</vt:lpstr>
      <vt:lpstr>ALM Activities and Tools</vt:lpstr>
      <vt:lpstr>Environments</vt:lpstr>
      <vt:lpstr>Solutions</vt:lpstr>
      <vt:lpstr>Managed vs Unmanaged Solutions</vt:lpstr>
      <vt:lpstr>Solution Import Types</vt:lpstr>
      <vt:lpstr>Solution Layers</vt:lpstr>
      <vt:lpstr>Power Platform CLI (PAC CLI)</vt:lpstr>
      <vt:lpstr>Git Integration with Power Platform</vt:lpstr>
      <vt:lpstr>Build Process</vt:lpstr>
      <vt:lpstr>Release Process</vt:lpstr>
      <vt:lpstr>Power Platform Build Tools</vt:lpstr>
      <vt:lpstr>Power DevOps Tools</vt:lpstr>
      <vt:lpstr>PP Pipelines</vt:lpstr>
      <vt:lpstr>Current State of Power Platform DevOps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Wael H</dc:creator>
  <cp:lastModifiedBy>Rijsdijk, Arjan</cp:lastModifiedBy>
  <cp:revision>140</cp:revision>
  <dcterms:created xsi:type="dcterms:W3CDTF">2020-04-21T19:55:53Z</dcterms:created>
  <dcterms:modified xsi:type="dcterms:W3CDTF">2026-04-21T21:01:15Z</dcterms:modified>
</cp:coreProperties>
</file>